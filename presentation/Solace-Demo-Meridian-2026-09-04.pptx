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2" r:id="rId1"/>
    <p:sldMasterId id="2147483684" r:id="rId2"/>
  </p:sldMasterIdLst>
  <p:notesMasterIdLst>
    <p:notesMasterId r:id="rId19"/>
  </p:notesMasterIdLst>
  <p:sldIdLst>
    <p:sldId id="306" r:id="rId3"/>
    <p:sldId id="305" r:id="rId4"/>
    <p:sldId id="325" r:id="rId5"/>
    <p:sldId id="327" r:id="rId6"/>
    <p:sldId id="328" r:id="rId7"/>
    <p:sldId id="312" r:id="rId8"/>
    <p:sldId id="323" r:id="rId9"/>
    <p:sldId id="334" r:id="rId10"/>
    <p:sldId id="330" r:id="rId11"/>
    <p:sldId id="331" r:id="rId12"/>
    <p:sldId id="316" r:id="rId13"/>
    <p:sldId id="276" r:id="rId14"/>
    <p:sldId id="336" r:id="rId15"/>
    <p:sldId id="318" r:id="rId16"/>
    <p:sldId id="319" r:id="rId17"/>
    <p:sldId id="320" r:id="rId18"/>
  </p:sldIdLst>
  <p:sldSz cx="12192000" cy="6858000"/>
  <p:notesSz cx="7102475" cy="9388475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8AD6FF"/>
    <a:srgbClr val="5BB9EE"/>
    <a:srgbClr val="4C5F70"/>
    <a:srgbClr val="00785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47D988F-889B-483D-889E-02BC87B607D3}" v="10" dt="2026-09-04T06:30:56.15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89" d="100"/>
          <a:sy n="89" d="100"/>
        </p:scale>
        <p:origin x="48" y="9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 snapToGrid="0" snapToObjects="1">
      <p:cViewPr varScale="1">
        <p:scale>
          <a:sx n="72" d="100"/>
          <a:sy n="72" d="100"/>
        </p:scale>
        <p:origin x="2472" y="7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3" Type="http://schemas.openxmlformats.org/officeDocument/2006/relationships/slide" Target="slides/slide1.xml"/><Relationship Id="rId21" Type="http://schemas.openxmlformats.org/officeDocument/2006/relationships/viewProps" Target="viewProps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microsoft.com/office/2015/10/relationships/revisionInfo" Target="revisionInfo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microsoft.com/office/2016/11/relationships/changesInfo" Target="changesInfos/changesInfo1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tableStyles" Target="tableStyles.xml"/><Relationship Id="rId10" Type="http://schemas.openxmlformats.org/officeDocument/2006/relationships/slide" Target="slides/slide8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ony august" userId="0e1c2837a28b706a" providerId="LiveId" clId="{AD05CBBD-285A-40D0-ABA1-E4D8FAD69F9B}"/>
    <pc:docChg chg="undo custSel addSld delSld modSld sldOrd modNotesMaster">
      <pc:chgData name="tony august" userId="0e1c2837a28b706a" providerId="LiveId" clId="{AD05CBBD-285A-40D0-ABA1-E4D8FAD69F9B}" dt="2026-09-04T06:42:28.146" v="3027" actId="20577"/>
      <pc:docMkLst>
        <pc:docMk/>
      </pc:docMkLst>
      <pc:sldChg chg="addSp delSp modSp add mod">
        <pc:chgData name="tony august" userId="0e1c2837a28b706a" providerId="LiveId" clId="{AD05CBBD-285A-40D0-ABA1-E4D8FAD69F9B}" dt="2026-09-04T06:02:04.717" v="2115" actId="1076"/>
        <pc:sldMkLst>
          <pc:docMk/>
          <pc:sldMk cId="3530555159" sldId="276"/>
        </pc:sldMkLst>
        <pc:spChg chg="mod">
          <ac:chgData name="tony august" userId="0e1c2837a28b706a" providerId="LiveId" clId="{AD05CBBD-285A-40D0-ABA1-E4D8FAD69F9B}" dt="2026-09-04T05:45:48.720" v="2051" actId="6549"/>
          <ac:spMkLst>
            <pc:docMk/>
            <pc:sldMk cId="3530555159" sldId="276"/>
            <ac:spMk id="2" creationId="{00000000-0000-0000-0000-000000000000}"/>
          </ac:spMkLst>
        </pc:spChg>
        <pc:spChg chg="mod">
          <ac:chgData name="tony august" userId="0e1c2837a28b706a" providerId="LiveId" clId="{AD05CBBD-285A-40D0-ABA1-E4D8FAD69F9B}" dt="2026-09-04T05:48:43.113" v="2073" actId="1076"/>
          <ac:spMkLst>
            <pc:docMk/>
            <pc:sldMk cId="3530555159" sldId="276"/>
            <ac:spMk id="4" creationId="{00000000-0000-0000-0000-000000000000}"/>
          </ac:spMkLst>
        </pc:spChg>
        <pc:spChg chg="mod">
          <ac:chgData name="tony august" userId="0e1c2837a28b706a" providerId="LiveId" clId="{AD05CBBD-285A-40D0-ABA1-E4D8FAD69F9B}" dt="2026-09-04T05:53:43.141" v="2089" actId="208"/>
          <ac:spMkLst>
            <pc:docMk/>
            <pc:sldMk cId="3530555159" sldId="276"/>
            <ac:spMk id="10" creationId="{00000000-0000-0000-0000-000000000000}"/>
          </ac:spMkLst>
        </pc:spChg>
        <pc:spChg chg="add del mod">
          <ac:chgData name="tony august" userId="0e1c2837a28b706a" providerId="LiveId" clId="{AD05CBBD-285A-40D0-ABA1-E4D8FAD69F9B}" dt="2026-09-04T05:47:39.787" v="2064" actId="478"/>
          <ac:spMkLst>
            <pc:docMk/>
            <pc:sldMk cId="3530555159" sldId="276"/>
            <ac:spMk id="16" creationId="{5D855CD7-9A12-29AC-37BC-FD426879CB51}"/>
          </ac:spMkLst>
        </pc:spChg>
        <pc:spChg chg="mod">
          <ac:chgData name="tony august" userId="0e1c2837a28b706a" providerId="LiveId" clId="{AD05CBBD-285A-40D0-ABA1-E4D8FAD69F9B}" dt="2026-09-04T05:48:46.983" v="2074" actId="1037"/>
          <ac:spMkLst>
            <pc:docMk/>
            <pc:sldMk cId="3530555159" sldId="276"/>
            <ac:spMk id="25" creationId="{00000000-0000-0000-0000-000000000000}"/>
          </ac:spMkLst>
        </pc:spChg>
        <pc:spChg chg="add mod">
          <ac:chgData name="tony august" userId="0e1c2837a28b706a" providerId="LiveId" clId="{AD05CBBD-285A-40D0-ABA1-E4D8FAD69F9B}" dt="2026-09-04T05:48:32.984" v="2071" actId="1582"/>
          <ac:spMkLst>
            <pc:docMk/>
            <pc:sldMk cId="3530555159" sldId="276"/>
            <ac:spMk id="27" creationId="{B070FF0D-59FB-DB52-A761-C7CC12BB6096}"/>
          </ac:spMkLst>
        </pc:spChg>
        <pc:spChg chg="mod">
          <ac:chgData name="tony august" userId="0e1c2837a28b706a" providerId="LiveId" clId="{AD05CBBD-285A-40D0-ABA1-E4D8FAD69F9B}" dt="2026-09-04T05:55:13.155" v="2099" actId="1076"/>
          <ac:spMkLst>
            <pc:docMk/>
            <pc:sldMk cId="3530555159" sldId="276"/>
            <ac:spMk id="30" creationId="{00000000-0000-0000-0000-000000000000}"/>
          </ac:spMkLst>
        </pc:spChg>
        <pc:spChg chg="mod">
          <ac:chgData name="tony august" userId="0e1c2837a28b706a" providerId="LiveId" clId="{AD05CBBD-285A-40D0-ABA1-E4D8FAD69F9B}" dt="2026-09-04T05:46:27.961" v="2057" actId="20577"/>
          <ac:spMkLst>
            <pc:docMk/>
            <pc:sldMk cId="3530555159" sldId="276"/>
            <ac:spMk id="31" creationId="{00000000-0000-0000-0000-000000000000}"/>
          </ac:spMkLst>
        </pc:spChg>
        <pc:spChg chg="mod">
          <ac:chgData name="tony august" userId="0e1c2837a28b706a" providerId="LiveId" clId="{AD05CBBD-285A-40D0-ABA1-E4D8FAD69F9B}" dt="2026-09-04T05:48:04.342" v="2069" actId="14100"/>
          <ac:spMkLst>
            <pc:docMk/>
            <pc:sldMk cId="3530555159" sldId="276"/>
            <ac:spMk id="43" creationId="{00000000-0000-0000-0000-000000000000}"/>
          </ac:spMkLst>
        </pc:spChg>
        <pc:spChg chg="mod">
          <ac:chgData name="tony august" userId="0e1c2837a28b706a" providerId="LiveId" clId="{AD05CBBD-285A-40D0-ABA1-E4D8FAD69F9B}" dt="2026-09-04T05:50:13.900" v="2077" actId="14100"/>
          <ac:spMkLst>
            <pc:docMk/>
            <pc:sldMk cId="3530555159" sldId="276"/>
            <ac:spMk id="45" creationId="{00000000-0000-0000-0000-000000000000}"/>
          </ac:spMkLst>
        </pc:spChg>
        <pc:spChg chg="mod">
          <ac:chgData name="tony august" userId="0e1c2837a28b706a" providerId="LiveId" clId="{AD05CBBD-285A-40D0-ABA1-E4D8FAD69F9B}" dt="2026-09-04T05:50:42.755" v="2084" actId="1076"/>
          <ac:spMkLst>
            <pc:docMk/>
            <pc:sldMk cId="3530555159" sldId="276"/>
            <ac:spMk id="47" creationId="{00000000-0000-0000-0000-000000000000}"/>
          </ac:spMkLst>
        </pc:spChg>
        <pc:spChg chg="mod">
          <ac:chgData name="tony august" userId="0e1c2837a28b706a" providerId="LiveId" clId="{AD05CBBD-285A-40D0-ABA1-E4D8FAD69F9B}" dt="2026-09-04T05:57:54.698" v="2111" actId="1076"/>
          <ac:spMkLst>
            <pc:docMk/>
            <pc:sldMk cId="3530555159" sldId="276"/>
            <ac:spMk id="48" creationId="{00000000-0000-0000-0000-000000000000}"/>
          </ac:spMkLst>
        </pc:spChg>
        <pc:spChg chg="add mod">
          <ac:chgData name="tony august" userId="0e1c2837a28b706a" providerId="LiveId" clId="{AD05CBBD-285A-40D0-ABA1-E4D8FAD69F9B}" dt="2026-09-04T06:02:04.717" v="2115" actId="1076"/>
          <ac:spMkLst>
            <pc:docMk/>
            <pc:sldMk cId="3530555159" sldId="276"/>
            <ac:spMk id="50" creationId="{0DCA7C0D-D61A-63A1-A946-F26AFCDDCCFA}"/>
          </ac:spMkLst>
        </pc:spChg>
        <pc:spChg chg="mod">
          <ac:chgData name="tony august" userId="0e1c2837a28b706a" providerId="LiveId" clId="{AD05CBBD-285A-40D0-ABA1-E4D8FAD69F9B}" dt="2026-09-04T05:50:09.551" v="2076" actId="14100"/>
          <ac:spMkLst>
            <pc:docMk/>
            <pc:sldMk cId="3530555159" sldId="276"/>
            <ac:spMk id="69" creationId="{941D0095-2D6A-C8F5-6DFB-F38AE841A191}"/>
          </ac:spMkLst>
        </pc:spChg>
        <pc:picChg chg="del mod">
          <ac:chgData name="tony august" userId="0e1c2837a28b706a" providerId="LiveId" clId="{AD05CBBD-285A-40D0-ABA1-E4D8FAD69F9B}" dt="2026-09-04T05:57:01.618" v="2105" actId="478"/>
          <ac:picMkLst>
            <pc:docMk/>
            <pc:sldMk cId="3530555159" sldId="276"/>
            <ac:picMk id="46" creationId="{00000000-0000-0000-0000-000000000000}"/>
          </ac:picMkLst>
        </pc:picChg>
        <pc:picChg chg="add mod">
          <ac:chgData name="tony august" userId="0e1c2837a28b706a" providerId="LiveId" clId="{AD05CBBD-285A-40D0-ABA1-E4D8FAD69F9B}" dt="2026-09-04T05:57:08.230" v="2106" actId="1076"/>
          <ac:picMkLst>
            <pc:docMk/>
            <pc:sldMk cId="3530555159" sldId="276"/>
            <ac:picMk id="49" creationId="{38CD5D56-51CC-3D54-0B7A-E56DA29C0293}"/>
          </ac:picMkLst>
        </pc:picChg>
        <pc:picChg chg="add mod">
          <ac:chgData name="tony august" userId="0e1c2837a28b706a" providerId="LiveId" clId="{AD05CBBD-285A-40D0-ABA1-E4D8FAD69F9B}" dt="2026-09-04T05:57:42.911" v="2110" actId="465"/>
          <ac:picMkLst>
            <pc:docMk/>
            <pc:sldMk cId="3530555159" sldId="276"/>
            <ac:picMk id="64" creationId="{A4D94555-7BB3-7A47-9A28-0E1D748AB778}"/>
          </ac:picMkLst>
        </pc:picChg>
        <pc:picChg chg="add mod">
          <ac:chgData name="tony august" userId="0e1c2837a28b706a" providerId="LiveId" clId="{AD05CBBD-285A-40D0-ABA1-E4D8FAD69F9B}" dt="2026-09-04T05:57:20.661" v="2108" actId="1076"/>
          <ac:picMkLst>
            <pc:docMk/>
            <pc:sldMk cId="3530555159" sldId="276"/>
            <ac:picMk id="68" creationId="{AD56B588-4E4E-64C1-4A6D-ADCB3B4E74FF}"/>
          </ac:picMkLst>
        </pc:picChg>
      </pc:sldChg>
      <pc:sldChg chg="addSp delSp modSp add mod modNotes">
        <pc:chgData name="tony august" userId="0e1c2837a28b706a" providerId="LiveId" clId="{AD05CBBD-285A-40D0-ABA1-E4D8FAD69F9B}" dt="2026-09-03T02:02:18.310" v="1243" actId="20577"/>
        <pc:sldMkLst>
          <pc:docMk/>
          <pc:sldMk cId="3008254902" sldId="305"/>
        </pc:sldMkLst>
        <pc:spChg chg="mod">
          <ac:chgData name="tony august" userId="0e1c2837a28b706a" providerId="LiveId" clId="{AD05CBBD-285A-40D0-ABA1-E4D8FAD69F9B}" dt="2026-09-02T23:04:44.953" v="1209" actId="20577"/>
          <ac:spMkLst>
            <pc:docMk/>
            <pc:sldMk cId="3008254902" sldId="305"/>
            <ac:spMk id="8" creationId="{379ADECF-01D5-4E38-AE26-C209C91DFF53}"/>
          </ac:spMkLst>
        </pc:spChg>
        <pc:spChg chg="add mod">
          <ac:chgData name="tony august" userId="0e1c2837a28b706a" providerId="LiveId" clId="{AD05CBBD-285A-40D0-ABA1-E4D8FAD69F9B}" dt="2026-09-03T02:01:56.681" v="1214" actId="1076"/>
          <ac:spMkLst>
            <pc:docMk/>
            <pc:sldMk cId="3008254902" sldId="305"/>
            <ac:spMk id="12" creationId="{1C023DCC-2AFE-40C2-AD96-576EE1B1AFFA}"/>
          </ac:spMkLst>
        </pc:spChg>
        <pc:spChg chg="mod">
          <ac:chgData name="tony august" userId="0e1c2837a28b706a" providerId="LiveId" clId="{AD05CBBD-285A-40D0-ABA1-E4D8FAD69F9B}" dt="2026-09-03T02:02:09.490" v="1239" actId="20577"/>
          <ac:spMkLst>
            <pc:docMk/>
            <pc:sldMk cId="3008254902" sldId="305"/>
            <ac:spMk id="16" creationId="{8804765A-CB9C-46F6-8973-800AFED839EA}"/>
          </ac:spMkLst>
        </pc:spChg>
        <pc:spChg chg="mod">
          <ac:chgData name="tony august" userId="0e1c2837a28b706a" providerId="LiveId" clId="{AD05CBBD-285A-40D0-ABA1-E4D8FAD69F9B}" dt="2026-09-03T02:01:59.494" v="1216" actId="1076"/>
          <ac:spMkLst>
            <pc:docMk/>
            <pc:sldMk cId="3008254902" sldId="305"/>
            <ac:spMk id="18" creationId="{3D296178-C3B9-4F82-A260-D44B8F78232E}"/>
          </ac:spMkLst>
        </pc:spChg>
        <pc:spChg chg="mod">
          <ac:chgData name="tony august" userId="0e1c2837a28b706a" providerId="LiveId" clId="{AD05CBBD-285A-40D0-ABA1-E4D8FAD69F9B}" dt="2026-09-03T02:02:18.310" v="1243" actId="20577"/>
          <ac:spMkLst>
            <pc:docMk/>
            <pc:sldMk cId="3008254902" sldId="305"/>
            <ac:spMk id="20" creationId="{8529438C-B1F6-4B6B-99BB-93E07F16BFD1}"/>
          </ac:spMkLst>
        </pc:spChg>
      </pc:sldChg>
      <pc:sldChg chg="add modNotes">
        <pc:chgData name="tony august" userId="0e1c2837a28b706a" providerId="LiveId" clId="{AD05CBBD-285A-40D0-ABA1-E4D8FAD69F9B}" dt="2026-09-02T21:50:50.075" v="34"/>
        <pc:sldMkLst>
          <pc:docMk/>
          <pc:sldMk cId="691641304" sldId="306"/>
        </pc:sldMkLst>
      </pc:sldChg>
      <pc:sldChg chg="modSp add del mod modNotes">
        <pc:chgData name="tony august" userId="0e1c2837a28b706a" providerId="LiveId" clId="{AD05CBBD-285A-40D0-ABA1-E4D8FAD69F9B}" dt="2026-09-04T01:17:34.298" v="1314"/>
        <pc:sldMkLst>
          <pc:docMk/>
          <pc:sldMk cId="675931389" sldId="310"/>
        </pc:sldMkLst>
      </pc:sldChg>
      <pc:sldChg chg="modSp add del mod modNotes">
        <pc:chgData name="tony august" userId="0e1c2837a28b706a" providerId="LiveId" clId="{AD05CBBD-285A-40D0-ABA1-E4D8FAD69F9B}" dt="2026-09-04T01:17:54.179" v="1316"/>
        <pc:sldMkLst>
          <pc:docMk/>
          <pc:sldMk cId="1822803354" sldId="311"/>
        </pc:sldMkLst>
        <pc:spChg chg="mod">
          <ac:chgData name="tony august" userId="0e1c2837a28b706a" providerId="LiveId" clId="{AD05CBBD-285A-40D0-ABA1-E4D8FAD69F9B}" dt="2026-09-03T22:45:45.445" v="1312" actId="20577"/>
          <ac:spMkLst>
            <pc:docMk/>
            <pc:sldMk cId="1822803354" sldId="311"/>
            <ac:spMk id="5" creationId="{00000000-0000-0000-0000-000000000000}"/>
          </ac:spMkLst>
        </pc:spChg>
      </pc:sldChg>
      <pc:sldChg chg="add modNotes">
        <pc:chgData name="tony august" userId="0e1c2837a28b706a" providerId="LiveId" clId="{AD05CBBD-285A-40D0-ABA1-E4D8FAD69F9B}" dt="2026-09-02T21:50:50.075" v="34"/>
        <pc:sldMkLst>
          <pc:docMk/>
          <pc:sldMk cId="3719941013" sldId="312"/>
        </pc:sldMkLst>
      </pc:sldChg>
      <pc:sldChg chg="modSp add del mod modNotes">
        <pc:chgData name="tony august" userId="0e1c2837a28b706a" providerId="LiveId" clId="{AD05CBBD-285A-40D0-ABA1-E4D8FAD69F9B}" dt="2026-09-04T01:26:50.434" v="1350"/>
        <pc:sldMkLst>
          <pc:docMk/>
          <pc:sldMk cId="1668422566" sldId="313"/>
        </pc:sldMkLst>
        <pc:spChg chg="mod">
          <ac:chgData name="tony august" userId="0e1c2837a28b706a" providerId="LiveId" clId="{AD05CBBD-285A-40D0-ABA1-E4D8FAD69F9B}" dt="2026-09-03T22:42:48.594" v="1288" actId="20577"/>
          <ac:spMkLst>
            <pc:docMk/>
            <pc:sldMk cId="1668422566" sldId="313"/>
            <ac:spMk id="8" creationId="{00000000-0000-0000-0000-000000000000}"/>
          </ac:spMkLst>
        </pc:spChg>
      </pc:sldChg>
      <pc:sldChg chg="add del modNotes">
        <pc:chgData name="tony august" userId="0e1c2837a28b706a" providerId="LiveId" clId="{AD05CBBD-285A-40D0-ABA1-E4D8FAD69F9B}" dt="2026-09-04T01:27:15.418" v="1352"/>
        <pc:sldMkLst>
          <pc:docMk/>
          <pc:sldMk cId="2895315029" sldId="314"/>
        </pc:sldMkLst>
      </pc:sldChg>
      <pc:sldChg chg="modSp add del mod modNotes">
        <pc:chgData name="tony august" userId="0e1c2837a28b706a" providerId="LiveId" clId="{AD05CBBD-285A-40D0-ABA1-E4D8FAD69F9B}" dt="2026-09-04T01:27:35.321" v="1354"/>
        <pc:sldMkLst>
          <pc:docMk/>
          <pc:sldMk cId="640516793" sldId="315"/>
        </pc:sldMkLst>
        <pc:spChg chg="mod">
          <ac:chgData name="tony august" userId="0e1c2837a28b706a" providerId="LiveId" clId="{AD05CBBD-285A-40D0-ABA1-E4D8FAD69F9B}" dt="2026-09-03T22:42:36.276" v="1276" actId="20577"/>
          <ac:spMkLst>
            <pc:docMk/>
            <pc:sldMk cId="640516793" sldId="315"/>
            <ac:spMk id="7" creationId="{00000000-0000-0000-0000-000000000000}"/>
          </ac:spMkLst>
        </pc:spChg>
      </pc:sldChg>
      <pc:sldChg chg="add modNotes">
        <pc:chgData name="tony august" userId="0e1c2837a28b706a" providerId="LiveId" clId="{AD05CBBD-285A-40D0-ABA1-E4D8FAD69F9B}" dt="2026-09-02T21:50:50.075" v="34"/>
        <pc:sldMkLst>
          <pc:docMk/>
          <pc:sldMk cId="2609383768" sldId="316"/>
        </pc:sldMkLst>
      </pc:sldChg>
      <pc:sldChg chg="modSp add del mod modNotes">
        <pc:chgData name="tony august" userId="0e1c2837a28b706a" providerId="LiveId" clId="{AD05CBBD-285A-40D0-ABA1-E4D8FAD69F9B}" dt="2026-09-04T01:27:53.673" v="1356"/>
        <pc:sldMkLst>
          <pc:docMk/>
          <pc:sldMk cId="1343424890" sldId="317"/>
        </pc:sldMkLst>
        <pc:spChg chg="mod">
          <ac:chgData name="tony august" userId="0e1c2837a28b706a" providerId="LiveId" clId="{AD05CBBD-285A-40D0-ABA1-E4D8FAD69F9B}" dt="2026-09-03T22:42:04.110" v="1252" actId="20577"/>
          <ac:spMkLst>
            <pc:docMk/>
            <pc:sldMk cId="1343424890" sldId="317"/>
            <ac:spMk id="7" creationId="{00000000-0000-0000-0000-000000000000}"/>
          </ac:spMkLst>
        </pc:spChg>
      </pc:sldChg>
      <pc:sldChg chg="add modNotes">
        <pc:chgData name="tony august" userId="0e1c2837a28b706a" providerId="LiveId" clId="{AD05CBBD-285A-40D0-ABA1-E4D8FAD69F9B}" dt="2026-09-02T21:50:50.075" v="34"/>
        <pc:sldMkLst>
          <pc:docMk/>
          <pc:sldMk cId="1731175350" sldId="318"/>
        </pc:sldMkLst>
      </pc:sldChg>
      <pc:sldChg chg="add modNotes">
        <pc:chgData name="tony august" userId="0e1c2837a28b706a" providerId="LiveId" clId="{AD05CBBD-285A-40D0-ABA1-E4D8FAD69F9B}" dt="2026-09-02T21:50:50.075" v="34"/>
        <pc:sldMkLst>
          <pc:docMk/>
          <pc:sldMk cId="501147724" sldId="319"/>
        </pc:sldMkLst>
      </pc:sldChg>
      <pc:sldChg chg="add modNotes">
        <pc:chgData name="tony august" userId="0e1c2837a28b706a" providerId="LiveId" clId="{AD05CBBD-285A-40D0-ABA1-E4D8FAD69F9B}" dt="2026-09-02T21:50:50.075" v="34"/>
        <pc:sldMkLst>
          <pc:docMk/>
          <pc:sldMk cId="3550236996" sldId="320"/>
        </pc:sldMkLst>
      </pc:sldChg>
      <pc:sldChg chg="delSp mod">
        <pc:chgData name="tony august" userId="0e1c2837a28b706a" providerId="LiveId" clId="{AD05CBBD-285A-40D0-ABA1-E4D8FAD69F9B}" dt="2026-09-03T02:17:51.378" v="1244" actId="478"/>
        <pc:sldMkLst>
          <pc:docMk/>
          <pc:sldMk cId="0" sldId="321"/>
        </pc:sldMkLst>
        <pc:spChg chg="del">
          <ac:chgData name="tony august" userId="0e1c2837a28b706a" providerId="LiveId" clId="{AD05CBBD-285A-40D0-ABA1-E4D8FAD69F9B}" dt="2026-09-03T02:17:51.378" v="1244" actId="478"/>
          <ac:spMkLst>
            <pc:docMk/>
            <pc:sldMk cId="0" sldId="321"/>
            <ac:spMk id="5" creationId="{00000000-0000-0000-0000-000000000000}"/>
          </ac:spMkLst>
        </pc:spChg>
        <pc:spChg chg="del">
          <ac:chgData name="tony august" userId="0e1c2837a28b706a" providerId="LiveId" clId="{AD05CBBD-285A-40D0-ABA1-E4D8FAD69F9B}" dt="2026-09-03T02:17:51.378" v="1244" actId="478"/>
          <ac:spMkLst>
            <pc:docMk/>
            <pc:sldMk cId="0" sldId="321"/>
            <ac:spMk id="6" creationId="{00000000-0000-0000-0000-000000000000}"/>
          </ac:spMkLst>
        </pc:spChg>
      </pc:sldChg>
      <pc:sldChg chg="modSp del mod">
        <pc:chgData name="tony august" userId="0e1c2837a28b706a" providerId="LiveId" clId="{AD05CBBD-285A-40D0-ABA1-E4D8FAD69F9B}" dt="2026-09-04T01:28:11.763" v="1358"/>
        <pc:sldMkLst>
          <pc:docMk/>
          <pc:sldMk cId="0" sldId="326"/>
        </pc:sldMkLst>
        <pc:spChg chg="mod">
          <ac:chgData name="tony august" userId="0e1c2837a28b706a" providerId="LiveId" clId="{AD05CBBD-285A-40D0-ABA1-E4D8FAD69F9B}" dt="2026-09-03T22:42:12.702" v="1260" actId="20577"/>
          <ac:spMkLst>
            <pc:docMk/>
            <pc:sldMk cId="0" sldId="326"/>
            <ac:spMk id="7" creationId="{00000000-0000-0000-0000-000000000000}"/>
          </ac:spMkLst>
        </pc:spChg>
      </pc:sldChg>
      <pc:sldChg chg="modSp add mod">
        <pc:chgData name="tony august" userId="0e1c2837a28b706a" providerId="LiveId" clId="{AD05CBBD-285A-40D0-ABA1-E4D8FAD69F9B}" dt="2026-09-04T06:42:28.146" v="3027" actId="20577"/>
        <pc:sldMkLst>
          <pc:docMk/>
          <pc:sldMk cId="698426052" sldId="327"/>
        </pc:sldMkLst>
        <pc:spChg chg="mod">
          <ac:chgData name="tony august" userId="0e1c2837a28b706a" providerId="LiveId" clId="{AD05CBBD-285A-40D0-ABA1-E4D8FAD69F9B}" dt="2026-09-04T01:18:51.673" v="1334"/>
          <ac:spMkLst>
            <pc:docMk/>
            <pc:sldMk cId="698426052" sldId="327"/>
            <ac:spMk id="200" creationId="{00000000-0000-0000-0000-000000000000}"/>
          </ac:spMkLst>
        </pc:spChg>
        <pc:spChg chg="mod">
          <ac:chgData name="tony august" userId="0e1c2837a28b706a" providerId="LiveId" clId="{AD05CBBD-285A-40D0-ABA1-E4D8FAD69F9B}" dt="2026-09-04T01:18:51.675" v="1336"/>
          <ac:spMkLst>
            <pc:docMk/>
            <pc:sldMk cId="698426052" sldId="327"/>
            <ac:spMk id="201" creationId="{00000000-0000-0000-0000-000000000000}"/>
          </ac:spMkLst>
        </pc:spChg>
        <pc:spChg chg="mod">
          <ac:chgData name="tony august" userId="0e1c2837a28b706a" providerId="LiveId" clId="{AD05CBBD-285A-40D0-ABA1-E4D8FAD69F9B}" dt="2026-09-04T01:18:51.676" v="1337"/>
          <ac:spMkLst>
            <pc:docMk/>
            <pc:sldMk cId="698426052" sldId="327"/>
            <ac:spMk id="202" creationId="{00000000-0000-0000-0000-000000000000}"/>
          </ac:spMkLst>
        </pc:spChg>
        <pc:spChg chg="mod">
          <ac:chgData name="tony august" userId="0e1c2837a28b706a" providerId="LiveId" clId="{AD05CBBD-285A-40D0-ABA1-E4D8FAD69F9B}" dt="2026-09-04T01:18:51.677" v="1339"/>
          <ac:spMkLst>
            <pc:docMk/>
            <pc:sldMk cId="698426052" sldId="327"/>
            <ac:spMk id="203" creationId="{00000000-0000-0000-0000-000000000000}"/>
          </ac:spMkLst>
        </pc:spChg>
        <pc:spChg chg="mod">
          <ac:chgData name="tony august" userId="0e1c2837a28b706a" providerId="LiveId" clId="{AD05CBBD-285A-40D0-ABA1-E4D8FAD69F9B}" dt="2026-09-04T01:18:51.678" v="1341"/>
          <ac:spMkLst>
            <pc:docMk/>
            <pc:sldMk cId="698426052" sldId="327"/>
            <ac:spMk id="204" creationId="{00000000-0000-0000-0000-000000000000}"/>
          </ac:spMkLst>
        </pc:spChg>
        <pc:spChg chg="mod">
          <ac:chgData name="tony august" userId="0e1c2837a28b706a" providerId="LiveId" clId="{AD05CBBD-285A-40D0-ABA1-E4D8FAD69F9B}" dt="2026-09-04T01:18:51.681" v="1342"/>
          <ac:spMkLst>
            <pc:docMk/>
            <pc:sldMk cId="698426052" sldId="327"/>
            <ac:spMk id="205" creationId="{00000000-0000-0000-0000-000000000000}"/>
          </ac:spMkLst>
        </pc:spChg>
        <pc:spChg chg="mod">
          <ac:chgData name="tony august" userId="0e1c2837a28b706a" providerId="LiveId" clId="{AD05CBBD-285A-40D0-ABA1-E4D8FAD69F9B}" dt="2026-09-04T01:18:51.683" v="1344"/>
          <ac:spMkLst>
            <pc:docMk/>
            <pc:sldMk cId="698426052" sldId="327"/>
            <ac:spMk id="206" creationId="{00000000-0000-0000-0000-000000000000}"/>
          </ac:spMkLst>
        </pc:spChg>
        <pc:spChg chg="mod">
          <ac:chgData name="tony august" userId="0e1c2837a28b706a" providerId="LiveId" clId="{AD05CBBD-285A-40D0-ABA1-E4D8FAD69F9B}" dt="2026-09-04T01:18:51.684" v="1346"/>
          <ac:spMkLst>
            <pc:docMk/>
            <pc:sldMk cId="698426052" sldId="327"/>
            <ac:spMk id="207" creationId="{00000000-0000-0000-0000-000000000000}"/>
          </ac:spMkLst>
        </pc:spChg>
        <pc:spChg chg="mod">
          <ac:chgData name="tony august" userId="0e1c2837a28b706a" providerId="LiveId" clId="{AD05CBBD-285A-40D0-ABA1-E4D8FAD69F9B}" dt="2026-09-04T06:42:28.146" v="3027" actId="20577"/>
          <ac:spMkLst>
            <pc:docMk/>
            <pc:sldMk cId="698426052" sldId="327"/>
            <ac:spMk id="208" creationId="{00000000-0000-0000-0000-000000000000}"/>
          </ac:spMkLst>
        </pc:spChg>
        <pc:picChg chg="mod">
          <ac:chgData name="tony august" userId="0e1c2837a28b706a" providerId="LiveId" clId="{AD05CBBD-285A-40D0-ABA1-E4D8FAD69F9B}" dt="2026-09-04T01:18:51.686" v="1348"/>
          <ac:picMkLst>
            <pc:docMk/>
            <pc:sldMk cId="698426052" sldId="327"/>
            <ac:picMk id="8" creationId="{236F97E8-E7E6-C643-B8A4-F1EC34D363CE}"/>
          </ac:picMkLst>
        </pc:picChg>
      </pc:sldChg>
      <pc:sldChg chg="add">
        <pc:chgData name="tony august" userId="0e1c2837a28b706a" providerId="LiveId" clId="{AD05CBBD-285A-40D0-ABA1-E4D8FAD69F9B}" dt="2026-09-04T01:17:54.173" v="1315"/>
        <pc:sldMkLst>
          <pc:docMk/>
          <pc:sldMk cId="4061422271" sldId="328"/>
        </pc:sldMkLst>
      </pc:sldChg>
      <pc:sldChg chg="add del">
        <pc:chgData name="tony august" userId="0e1c2837a28b706a" providerId="LiveId" clId="{AD05CBBD-285A-40D0-ABA1-E4D8FAD69F9B}" dt="2026-09-04T01:28:30.066" v="1360"/>
        <pc:sldMkLst>
          <pc:docMk/>
          <pc:sldMk cId="1139307564" sldId="329"/>
        </pc:sldMkLst>
      </pc:sldChg>
      <pc:sldChg chg="add">
        <pc:chgData name="tony august" userId="0e1c2837a28b706a" providerId="LiveId" clId="{AD05CBBD-285A-40D0-ABA1-E4D8FAD69F9B}" dt="2026-09-04T01:27:15.405" v="1351"/>
        <pc:sldMkLst>
          <pc:docMk/>
          <pc:sldMk cId="2843641642" sldId="330"/>
        </pc:sldMkLst>
      </pc:sldChg>
      <pc:sldChg chg="modSp add mod">
        <pc:chgData name="tony august" userId="0e1c2837a28b706a" providerId="LiveId" clId="{AD05CBBD-285A-40D0-ABA1-E4D8FAD69F9B}" dt="2026-09-04T02:29:45.929" v="1749" actId="6549"/>
        <pc:sldMkLst>
          <pc:docMk/>
          <pc:sldMk cId="2488136294" sldId="331"/>
        </pc:sldMkLst>
        <pc:spChg chg="mod">
          <ac:chgData name="tony august" userId="0e1c2837a28b706a" providerId="LiveId" clId="{AD05CBBD-285A-40D0-ABA1-E4D8FAD69F9B}" dt="2026-09-04T02:05:15.865" v="1494" actId="20577"/>
          <ac:spMkLst>
            <pc:docMk/>
            <pc:sldMk cId="2488136294" sldId="331"/>
            <ac:spMk id="3" creationId="{00000000-0000-0000-0000-000000000000}"/>
          </ac:spMkLst>
        </pc:spChg>
        <pc:spChg chg="mod">
          <ac:chgData name="tony august" userId="0e1c2837a28b706a" providerId="LiveId" clId="{AD05CBBD-285A-40D0-ABA1-E4D8FAD69F9B}" dt="2026-09-04T01:51:38.117" v="1418" actId="20577"/>
          <ac:spMkLst>
            <pc:docMk/>
            <pc:sldMk cId="2488136294" sldId="331"/>
            <ac:spMk id="201" creationId="{00000000-0000-0000-0000-000000000000}"/>
          </ac:spMkLst>
        </pc:spChg>
        <pc:spChg chg="mod">
          <ac:chgData name="tony august" userId="0e1c2837a28b706a" providerId="LiveId" clId="{AD05CBBD-285A-40D0-ABA1-E4D8FAD69F9B}" dt="2026-09-04T02:29:45.929" v="1749" actId="6549"/>
          <ac:spMkLst>
            <pc:docMk/>
            <pc:sldMk cId="2488136294" sldId="331"/>
            <ac:spMk id="203" creationId="{00000000-0000-0000-0000-000000000000}"/>
          </ac:spMkLst>
        </pc:spChg>
        <pc:spChg chg="mod">
          <ac:chgData name="tony august" userId="0e1c2837a28b706a" providerId="LiveId" clId="{AD05CBBD-285A-40D0-ABA1-E4D8FAD69F9B}" dt="2026-09-04T02:27:01.396" v="1558" actId="6549"/>
          <ac:spMkLst>
            <pc:docMk/>
            <pc:sldMk cId="2488136294" sldId="331"/>
            <ac:spMk id="207" creationId="{00000000-0000-0000-0000-000000000000}"/>
          </ac:spMkLst>
        </pc:spChg>
      </pc:sldChg>
      <pc:sldChg chg="add del mod ord modShow">
        <pc:chgData name="tony august" userId="0e1c2837a28b706a" providerId="LiveId" clId="{AD05CBBD-285A-40D0-ABA1-E4D8FAD69F9B}" dt="2026-09-04T05:59:49.720" v="2114" actId="47"/>
        <pc:sldMkLst>
          <pc:docMk/>
          <pc:sldMk cId="1453052294" sldId="332"/>
        </pc:sldMkLst>
      </pc:sldChg>
      <pc:sldChg chg="modSp add del mod">
        <pc:chgData name="tony august" userId="0e1c2837a28b706a" providerId="LiveId" clId="{AD05CBBD-285A-40D0-ABA1-E4D8FAD69F9B}" dt="2026-09-04T06:22:49.929" v="2118"/>
        <pc:sldMkLst>
          <pc:docMk/>
          <pc:sldMk cId="2392921007" sldId="333"/>
        </pc:sldMkLst>
        <pc:spChg chg="mod">
          <ac:chgData name="tony august" userId="0e1c2837a28b706a" providerId="LiveId" clId="{AD05CBBD-285A-40D0-ABA1-E4D8FAD69F9B}" dt="2026-09-04T06:12:06.955" v="2116" actId="1076"/>
          <ac:spMkLst>
            <pc:docMk/>
            <pc:sldMk cId="2392921007" sldId="333"/>
            <ac:spMk id="6" creationId="{00000000-0000-0000-0000-000000000000}"/>
          </ac:spMkLst>
        </pc:spChg>
      </pc:sldChg>
      <pc:sldChg chg="modSp add mod">
        <pc:chgData name="tony august" userId="0e1c2837a28b706a" providerId="LiveId" clId="{AD05CBBD-285A-40D0-ABA1-E4D8FAD69F9B}" dt="2026-09-04T02:54:44.347" v="1758"/>
        <pc:sldMkLst>
          <pc:docMk/>
          <pc:sldMk cId="3136990422" sldId="334"/>
        </pc:sldMkLst>
        <pc:spChg chg="mod">
          <ac:chgData name="tony august" userId="0e1c2837a28b706a" providerId="LiveId" clId="{AD05CBBD-285A-40D0-ABA1-E4D8FAD69F9B}" dt="2026-09-04T02:54:44.342" v="1752"/>
          <ac:spMkLst>
            <pc:docMk/>
            <pc:sldMk cId="3136990422" sldId="334"/>
            <ac:spMk id="7" creationId="{00000000-0000-0000-0000-000000000000}"/>
          </ac:spMkLst>
        </pc:spChg>
        <pc:spChg chg="mod">
          <ac:chgData name="tony august" userId="0e1c2837a28b706a" providerId="LiveId" clId="{AD05CBBD-285A-40D0-ABA1-E4D8FAD69F9B}" dt="2026-09-04T02:54:44.339" v="1750"/>
          <ac:spMkLst>
            <pc:docMk/>
            <pc:sldMk cId="3136990422" sldId="334"/>
            <ac:spMk id="200" creationId="{00000000-0000-0000-0000-000000000000}"/>
          </ac:spMkLst>
        </pc:spChg>
        <pc:spChg chg="mod">
          <ac:chgData name="tony august" userId="0e1c2837a28b706a" providerId="LiveId" clId="{AD05CBBD-285A-40D0-ABA1-E4D8FAD69F9B}" dt="2026-09-04T02:54:44.343" v="1753"/>
          <ac:spMkLst>
            <pc:docMk/>
            <pc:sldMk cId="3136990422" sldId="334"/>
            <ac:spMk id="201" creationId="{00000000-0000-0000-0000-000000000000}"/>
          </ac:spMkLst>
        </pc:spChg>
        <pc:spChg chg="mod">
          <ac:chgData name="tony august" userId="0e1c2837a28b706a" providerId="LiveId" clId="{AD05CBBD-285A-40D0-ABA1-E4D8FAD69F9B}" dt="2026-09-04T02:54:44.346" v="1756"/>
          <ac:spMkLst>
            <pc:docMk/>
            <pc:sldMk cId="3136990422" sldId="334"/>
            <ac:spMk id="202" creationId="{00000000-0000-0000-0000-000000000000}"/>
          </ac:spMkLst>
        </pc:spChg>
        <pc:spChg chg="mod">
          <ac:chgData name="tony august" userId="0e1c2837a28b706a" providerId="LiveId" clId="{AD05CBBD-285A-40D0-ABA1-E4D8FAD69F9B}" dt="2026-09-04T02:54:44.343" v="1754"/>
          <ac:spMkLst>
            <pc:docMk/>
            <pc:sldMk cId="3136990422" sldId="334"/>
            <ac:spMk id="203" creationId="{00000000-0000-0000-0000-000000000000}"/>
          </ac:spMkLst>
        </pc:spChg>
        <pc:spChg chg="mod">
          <ac:chgData name="tony august" userId="0e1c2837a28b706a" providerId="LiveId" clId="{AD05CBBD-285A-40D0-ABA1-E4D8FAD69F9B}" dt="2026-09-04T02:54:44.346" v="1757"/>
          <ac:spMkLst>
            <pc:docMk/>
            <pc:sldMk cId="3136990422" sldId="334"/>
            <ac:spMk id="204" creationId="{00000000-0000-0000-0000-000000000000}"/>
          </ac:spMkLst>
        </pc:spChg>
        <pc:spChg chg="mod">
          <ac:chgData name="tony august" userId="0e1c2837a28b706a" providerId="LiveId" clId="{AD05CBBD-285A-40D0-ABA1-E4D8FAD69F9B}" dt="2026-09-04T02:54:44.345" v="1755"/>
          <ac:spMkLst>
            <pc:docMk/>
            <pc:sldMk cId="3136990422" sldId="334"/>
            <ac:spMk id="205" creationId="{00000000-0000-0000-0000-000000000000}"/>
          </ac:spMkLst>
        </pc:spChg>
        <pc:spChg chg="mod">
          <ac:chgData name="tony august" userId="0e1c2837a28b706a" providerId="LiveId" clId="{AD05CBBD-285A-40D0-ABA1-E4D8FAD69F9B}" dt="2026-09-04T02:54:44.347" v="1758"/>
          <ac:spMkLst>
            <pc:docMk/>
            <pc:sldMk cId="3136990422" sldId="334"/>
            <ac:spMk id="206" creationId="{00000000-0000-0000-0000-000000000000}"/>
          </ac:spMkLst>
        </pc:spChg>
      </pc:sldChg>
      <pc:sldChg chg="modSp add del mod">
        <pc:chgData name="tony august" userId="0e1c2837a28b706a" providerId="LiveId" clId="{AD05CBBD-285A-40D0-ABA1-E4D8FAD69F9B}" dt="2026-09-04T06:23:23.149" v="2128"/>
        <pc:sldMkLst>
          <pc:docMk/>
          <pc:sldMk cId="1796555840" sldId="335"/>
        </pc:sldMkLst>
        <pc:spChg chg="mod">
          <ac:chgData name="tony august" userId="0e1c2837a28b706a" providerId="LiveId" clId="{AD05CBBD-285A-40D0-ABA1-E4D8FAD69F9B}" dt="2026-09-04T06:22:50.487" v="2120"/>
          <ac:spMkLst>
            <pc:docMk/>
            <pc:sldMk cId="1796555840" sldId="335"/>
            <ac:spMk id="6" creationId="{00000000-0000-0000-0000-000000000000}"/>
          </ac:spMkLst>
        </pc:spChg>
        <pc:spChg chg="mod">
          <ac:chgData name="tony august" userId="0e1c2837a28b706a" providerId="LiveId" clId="{AD05CBBD-285A-40D0-ABA1-E4D8FAD69F9B}" dt="2026-09-04T06:22:50.490" v="2122"/>
          <ac:spMkLst>
            <pc:docMk/>
            <pc:sldMk cId="1796555840" sldId="335"/>
            <ac:spMk id="9" creationId="{00000000-0000-0000-0000-000000000000}"/>
          </ac:spMkLst>
        </pc:spChg>
        <pc:spChg chg="mod">
          <ac:chgData name="tony august" userId="0e1c2837a28b706a" providerId="LiveId" clId="{AD05CBBD-285A-40D0-ABA1-E4D8FAD69F9B}" dt="2026-09-04T06:23:10.913" v="2123"/>
          <ac:spMkLst>
            <pc:docMk/>
            <pc:sldMk cId="1796555840" sldId="335"/>
            <ac:spMk id="200" creationId="{00000000-0000-0000-0000-000000000000}"/>
          </ac:spMkLst>
        </pc:spChg>
        <pc:spChg chg="mod">
          <ac:chgData name="tony august" userId="0e1c2837a28b706a" providerId="LiveId" clId="{AD05CBBD-285A-40D0-ABA1-E4D8FAD69F9B}" dt="2026-09-04T06:23:10.914" v="2124"/>
          <ac:spMkLst>
            <pc:docMk/>
            <pc:sldMk cId="1796555840" sldId="335"/>
            <ac:spMk id="201" creationId="{00000000-0000-0000-0000-000000000000}"/>
          </ac:spMkLst>
        </pc:spChg>
        <pc:spChg chg="mod">
          <ac:chgData name="tony august" userId="0e1c2837a28b706a" providerId="LiveId" clId="{AD05CBBD-285A-40D0-ABA1-E4D8FAD69F9B}" dt="2026-09-04T06:23:10.914" v="2125"/>
          <ac:spMkLst>
            <pc:docMk/>
            <pc:sldMk cId="1796555840" sldId="335"/>
            <ac:spMk id="202" creationId="{00000000-0000-0000-0000-000000000000}"/>
          </ac:spMkLst>
        </pc:spChg>
        <pc:spChg chg="mod">
          <ac:chgData name="tony august" userId="0e1c2837a28b706a" providerId="LiveId" clId="{AD05CBBD-285A-40D0-ABA1-E4D8FAD69F9B}" dt="2026-09-04T06:23:10.914" v="2126"/>
          <ac:spMkLst>
            <pc:docMk/>
            <pc:sldMk cId="1796555840" sldId="335"/>
            <ac:spMk id="203" creationId="{00000000-0000-0000-0000-000000000000}"/>
          </ac:spMkLst>
        </pc:spChg>
      </pc:sldChg>
      <pc:sldChg chg="addSp modSp add mod">
        <pc:chgData name="tony august" userId="0e1c2837a28b706a" providerId="LiveId" clId="{AD05CBBD-285A-40D0-ABA1-E4D8FAD69F9B}" dt="2026-09-04T06:31:23.714" v="2195" actId="1076"/>
        <pc:sldMkLst>
          <pc:docMk/>
          <pc:sldMk cId="2837592851" sldId="336"/>
        </pc:sldMkLst>
        <pc:spChg chg="mod">
          <ac:chgData name="tony august" userId="0e1c2837a28b706a" providerId="LiveId" clId="{AD05CBBD-285A-40D0-ABA1-E4D8FAD69F9B}" dt="2026-09-04T06:30:42.294" v="2190" actId="255"/>
          <ac:spMkLst>
            <pc:docMk/>
            <pc:sldMk cId="2837592851" sldId="336"/>
            <ac:spMk id="6" creationId="{00000000-0000-0000-0000-000000000000}"/>
          </ac:spMkLst>
        </pc:spChg>
        <pc:spChg chg="mod">
          <ac:chgData name="tony august" userId="0e1c2837a28b706a" providerId="LiveId" clId="{AD05CBBD-285A-40D0-ABA1-E4D8FAD69F9B}" dt="2026-09-04T06:29:47.997" v="2177" actId="14100"/>
          <ac:spMkLst>
            <pc:docMk/>
            <pc:sldMk cId="2837592851" sldId="336"/>
            <ac:spMk id="8" creationId="{00000000-0000-0000-0000-000000000000}"/>
          </ac:spMkLst>
        </pc:spChg>
        <pc:spChg chg="mod">
          <ac:chgData name="tony august" userId="0e1c2837a28b706a" providerId="LiveId" clId="{AD05CBBD-285A-40D0-ABA1-E4D8FAD69F9B}" dt="2026-09-04T06:29:54" v="2179" actId="1035"/>
          <ac:spMkLst>
            <pc:docMk/>
            <pc:sldMk cId="2837592851" sldId="336"/>
            <ac:spMk id="9" creationId="{00000000-0000-0000-0000-000000000000}"/>
          </ac:spMkLst>
        </pc:spChg>
        <pc:spChg chg="add mod">
          <ac:chgData name="tony august" userId="0e1c2837a28b706a" providerId="LiveId" clId="{AD05CBBD-285A-40D0-ABA1-E4D8FAD69F9B}" dt="2026-09-04T06:25:41.709" v="2144" actId="207"/>
          <ac:spMkLst>
            <pc:docMk/>
            <pc:sldMk cId="2837592851" sldId="336"/>
            <ac:spMk id="10" creationId="{DE676705-2D4C-318E-49C9-5548E3207ADA}"/>
          </ac:spMkLst>
        </pc:spChg>
        <pc:spChg chg="add mod">
          <ac:chgData name="tony august" userId="0e1c2837a28b706a" providerId="LiveId" clId="{AD05CBBD-285A-40D0-ABA1-E4D8FAD69F9B}" dt="2026-09-04T06:31:23.714" v="2195" actId="1076"/>
          <ac:spMkLst>
            <pc:docMk/>
            <pc:sldMk cId="2837592851" sldId="336"/>
            <ac:spMk id="11" creationId="{75E40F59-0269-84C2-8106-7D5906A7E39F}"/>
          </ac:spMkLst>
        </pc:spChg>
        <pc:spChg chg="mod">
          <ac:chgData name="tony august" userId="0e1c2837a28b706a" providerId="LiveId" clId="{AD05CBBD-285A-40D0-ABA1-E4D8FAD69F9B}" dt="2026-09-04T06:30:02.416" v="2180" actId="1076"/>
          <ac:spMkLst>
            <pc:docMk/>
            <pc:sldMk cId="2837592851" sldId="336"/>
            <ac:spMk id="200" creationId="{00000000-0000-0000-0000-000000000000}"/>
          </ac:spMkLst>
        </pc:spChg>
        <pc:spChg chg="mod">
          <ac:chgData name="tony august" userId="0e1c2837a28b706a" providerId="LiveId" clId="{AD05CBBD-285A-40D0-ABA1-E4D8FAD69F9B}" dt="2026-09-04T06:30:02.416" v="2180" actId="1076"/>
          <ac:spMkLst>
            <pc:docMk/>
            <pc:sldMk cId="2837592851" sldId="336"/>
            <ac:spMk id="201" creationId="{00000000-0000-0000-0000-000000000000}"/>
          </ac:spMkLst>
        </pc:spChg>
        <pc:spChg chg="mod">
          <ac:chgData name="tony august" userId="0e1c2837a28b706a" providerId="LiveId" clId="{AD05CBBD-285A-40D0-ABA1-E4D8FAD69F9B}" dt="2026-09-04T06:30:02.416" v="2180" actId="1076"/>
          <ac:spMkLst>
            <pc:docMk/>
            <pc:sldMk cId="2837592851" sldId="336"/>
            <ac:spMk id="202" creationId="{00000000-0000-0000-0000-000000000000}"/>
          </ac:spMkLst>
        </pc:spChg>
        <pc:spChg chg="mod">
          <ac:chgData name="tony august" userId="0e1c2837a28b706a" providerId="LiveId" clId="{AD05CBBD-285A-40D0-ABA1-E4D8FAD69F9B}" dt="2026-09-04T06:30:02.416" v="2180" actId="1076"/>
          <ac:spMkLst>
            <pc:docMk/>
            <pc:sldMk cId="2837592851" sldId="336"/>
            <ac:spMk id="203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3C2FF0C-33C8-F9A4-F9AA-B385CCF96F8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735013" y="1173163"/>
            <a:ext cx="5632450" cy="31686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4229" tIns="47114" rIns="94229" bIns="47114" rtlCol="0" anchor="ctr"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D58E482-1DAA-5EA2-AA28-2EEB1F20C1E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710248" y="4518204"/>
            <a:ext cx="5681980" cy="3696712"/>
          </a:xfrm>
          <a:prstGeom prst="rect">
            <a:avLst/>
          </a:prstGeom>
        </p:spPr>
        <p:txBody>
          <a:bodyPr vert="horz" lIns="94229" tIns="47114" rIns="94229" bIns="47114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04879956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735013" y="704850"/>
            <a:ext cx="5632450" cy="3168650"/>
          </a:xfrm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Third conversation. They know the platform. This responds to their brief.</a:t>
            </a:r>
          </a:p>
          <a:p>
            <a:r>
              <a:t>Say early and plainly: the scenario is a composite built from what they described, not a real account.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735013" y="1173163"/>
            <a:ext cx="5632450" cy="31686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710248" y="4518204"/>
            <a:ext cx="5681980" cy="3696712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8168211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735013" y="704850"/>
            <a:ext cx="5632450" cy="3168650"/>
          </a:xfrm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line the whole deck hangs on. Say it slowly.</a:t>
            </a:r>
          </a:p>
          <a:p>
            <a:r>
              <a:t>The actual resolution — check another warehouse, confirm a payment cleared, pick a different carrier — takes minutes once the right person has the right context.</a:t>
            </a:r>
          </a:p>
          <a:p>
            <a:r>
              <a:t>That gap between how long it takes and how long the WORK takes is the business case.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735013" y="704850"/>
            <a:ext cx="5632450" cy="3168650"/>
          </a:xfrm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This is the slide that pre-empts the hostile question. If 'why don't they just fix it' has an obvious answer, the problem was not worth a demo.</a:t>
            </a:r>
          </a:p>
          <a:p>
            <a:r>
              <a:t>The shape: exception information has to reach several consumers, at different speeds, with different reliability needs, without the producer knowing who they are.</a:t>
            </a:r>
          </a:p>
          <a:p>
            <a:r>
              <a:t>THAT is a messaging problem — and saying so here is earned, not asserted.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735013" y="704850"/>
            <a:ext cx="5632450" cy="3168650"/>
          </a:xfrm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This slide is what makes the rest defensible. It converts 'here is a clever architecture' into 'here is your requirement, addressed'.</a:t>
            </a:r>
          </a:p>
          <a:p>
            <a:r>
              <a:rPr dirty="0"/>
              <a:t>Every later section opens by naming the requirement it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735013" y="704850"/>
            <a:ext cx="5632450" cy="3168650"/>
          </a:xfrm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Holding frame. The terminal is the artefact.</a:t>
            </a:r>
          </a:p>
          <a:p>
            <a:r>
              <a:rPr dirty="0"/>
              <a:t>Beat 1 (2m) normal flow, two delivery modes — R1</a:t>
            </a:r>
          </a:p>
          <a:p>
            <a:r>
              <a:rPr dirty="0"/>
              <a:t>Beat 2 (2.5m) order-scoped vs line-scoped, side by side — R4</a:t>
            </a:r>
          </a:p>
          <a:p>
            <a:r>
              <a:rPr dirty="0"/>
              <a:t>Beat 3 (2.5m) stop a desk, publish, restart, nothing lost — R3</a:t>
            </a:r>
          </a:p>
          <a:p>
            <a:r>
              <a:rPr dirty="0"/>
              <a:t>Beat 4 (3m) poison message into the DMQ — R3</a:t>
            </a:r>
          </a:p>
          <a:p>
            <a:r>
              <a:rPr dirty="0"/>
              <a:t>Call the requirement number as each beat starts. Keeps it tethered to the brief.</a:t>
            </a:r>
          </a:p>
          <a:p>
            <a:r>
              <a:rPr dirty="0"/>
              <a:t>If running long, cut Beat 3. NEVER cut Beat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Say this BEFORE the topic hierarchy, not during it.</a:t>
            </a:r>
          </a:p>
          <a:p>
            <a:r>
              <a:t>Four exception types are modelled. Two are carried live, and they were chosen because their scope differs.</a:t>
            </a:r>
          </a:p>
          <a:p>
            <a:r>
              <a:t>Credit hold is a fact about an order. Stock shortfall is a fact about a line — the resolution is substitute THIS item, split-ship THIS item, backorder THIS item.</a:t>
            </a:r>
          </a:p>
          <a:p>
            <a:r>
              <a:t>That is the entire reason two Object-types exist on the next slide. Establish it here and the next slide explains itself.</a:t>
            </a:r>
          </a:p>
          <a:p>
            <a:r>
              <a:t>Origin: Emerson, 2026-08-26 — 'is this the whole order or part of the order? That will change the topic taxonomy.'</a:t>
            </a:r>
          </a:p>
          <a:p>
            <a:r>
              <a:t>If pushed on carrier-rejected: order-scoped today; it becomes shipment-scoped when the shipment Object-type is added. Volunteer that rather than defend it.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735013" y="704850"/>
            <a:ext cx="5632450" cy="3168650"/>
          </a:xfrm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Governing rule, from your own guidance: a level serves routing or ACL, or it has no justification and becomes noise.</a:t>
            </a:r>
          </a:p>
          <a:p>
            <a:r>
              <a:t>Lead with what was CUT. Removing levels is more persuasive than keeping them.</a:t>
            </a:r>
          </a:p>
          <a:p>
            <a:r>
              <a:t>Weakest level, volunteered before they find it: ObjectId. It serves only the rare order-scoped UI subscription. It stays for per-entity subscription without payload inspection, and because it is your own trailing convention.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735013" y="704850"/>
            <a:ext cx="5632450" cy="3168650"/>
          </a:xfrm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alternatives force one guarantee across everything: pay spool cost for dashboard chatter, or accept loss on business events.</a:t>
            </a:r>
          </a:p>
          <a:p>
            <a:r>
              <a:t>The demo actually does this — two publishers on one connection. Output is tagged [direct] and [guaranteed] so you can point at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735013" y="704850"/>
            <a:ext cx="5632450" cy="3168650"/>
          </a:xfrm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R6 is the requirement that justifies the version level, which is otherwise the hardest one to defend. Say the connection explicitly.</a:t>
            </a:r>
          </a:p>
          <a:p>
            <a:r>
              <a:rPr dirty="0"/>
              <a:t>Depth answer if pushed on replay: it works only on non-partitioned queues, which is why these are not partitioned. At real throughput you would partition the service queues and keep the audit queue non-partitioned so replay survives where it is needed.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735013" y="704850"/>
            <a:ext cx="5632450" cy="3168650"/>
          </a:xfrm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Holding frame. The terminal is the artefact.</a:t>
            </a:r>
          </a:p>
          <a:p>
            <a:r>
              <a:rPr dirty="0"/>
              <a:t>Beat 1 (2m) normal flow, two delivery modes — R1</a:t>
            </a:r>
          </a:p>
          <a:p>
            <a:r>
              <a:rPr dirty="0"/>
              <a:t>Beat 2 (2.5m) order-scoped vs line-scoped, side by side — R4</a:t>
            </a:r>
          </a:p>
          <a:p>
            <a:r>
              <a:rPr dirty="0"/>
              <a:t>Beat 3 (2.5m) stop a desk, publish, restart, nothing lost — R3</a:t>
            </a:r>
          </a:p>
          <a:p>
            <a:r>
              <a:rPr dirty="0"/>
              <a:t>Beat 4 (3m) poison message into the DMQ — R3</a:t>
            </a:r>
          </a:p>
          <a:p>
            <a:r>
              <a:rPr dirty="0"/>
              <a:t>Call the requirement number as each beat starts. Keeps it tethered to the brief.</a:t>
            </a:r>
          </a:p>
          <a:p>
            <a:r>
              <a:rPr dirty="0"/>
              <a:t>If running long, cut Beat 3. NEVER cut Beat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12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735013" y="704850"/>
            <a:ext cx="5632450" cy="3168650"/>
          </a:xfrm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Hand over cleanly. Do not summarise — the room wants its turn.</a:t>
            </a:r>
          </a:p>
          <a:p>
            <a:r>
              <a:t>Appendix slides are held for: the published topic example, rejected alternatives, at-least-once and dedupe, replay and partitioning, the three silent-configuration findings, and how AI tooling was used.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735013" y="704850"/>
            <a:ext cx="5632450" cy="3168650"/>
          </a:xfrm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Deploy only when asked. Having them and not needing them is the right ratio.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735013" y="704850"/>
            <a:ext cx="5632450" cy="3168650"/>
          </a:xfrm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Emerson asked for exactly this: put the nuances you found IN the presentation. Why were they nuanced, why differentiators, how did they change the solution.</a:t>
            </a:r>
          </a:p>
          <a:p>
            <a:r>
              <a:t>This is also the honest answer to 'how did you use AI tools' — the tools generated a generic taxonomy; the corrections came from reading the docs and building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3050086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1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rgbClr val="093B5F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rgbClr val="0E2A3E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903456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6.png"/><Relationship Id="rId11" Type="http://schemas.openxmlformats.org/officeDocument/2006/relationships/image" Target="../media/image11.png"/><Relationship Id="rId5" Type="http://schemas.openxmlformats.org/officeDocument/2006/relationships/image" Target="../media/image5.png"/><Relationship Id="rId10" Type="http://schemas.openxmlformats.org/officeDocument/2006/relationships/image" Target="../media/image10.png"/><Relationship Id="rId4" Type="http://schemas.openxmlformats.org/officeDocument/2006/relationships/image" Target="../media/image4.png"/><Relationship Id="rId9" Type="http://schemas.openxmlformats.org/officeDocument/2006/relationships/image" Target="../media/image9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005840" y="2103120"/>
            <a:ext cx="100584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1400" b="1" i="0" dirty="0">
                <a:solidFill>
                  <a:srgbClr val="00C895"/>
                </a:solidFill>
                <a:latin typeface="Segoe UI"/>
              </a:rPr>
              <a:t>MERIDIAN COMPONENTS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4400" b="1" i="0" dirty="0">
                <a:solidFill>
                  <a:srgbClr val="FFFFFF"/>
                </a:solidFill>
                <a:latin typeface="Segoe UI"/>
              </a:rPr>
              <a:t>Real-time order exception handling</a:t>
            </a:r>
          </a:p>
          <a:p>
            <a:pPr algn="l">
              <a:spcBef>
                <a:spcPts val="0"/>
              </a:spcBef>
              <a:spcAft>
                <a:spcPts val="3000"/>
              </a:spcAft>
            </a:pPr>
            <a:r>
              <a:rPr sz="2200" b="0" i="0" dirty="0">
                <a:solidFill>
                  <a:srgbClr val="AFBAC4"/>
                </a:solidFill>
                <a:latin typeface="Segoe UI"/>
              </a:rPr>
              <a:t>Custom demonstration on the Solace platform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 dirty="0">
                <a:solidFill>
                  <a:srgbClr val="8A96A2"/>
                </a:solidFill>
                <a:latin typeface="Segoe UI"/>
              </a:rPr>
              <a:t>Tony August    |    4 September 2026</a:t>
            </a:r>
          </a:p>
        </p:txBody>
      </p:sp>
      <p:sp>
        <p:nvSpPr>
          <p:cNvPr id="4" name="SolaceWordmark">
            <a:extLst>
              <a:ext uri="{FF2B5EF4-FFF2-40B4-BE49-F238E27FC236}">
                <a16:creationId xmlns:a16="http://schemas.microsoft.com/office/drawing/2014/main" id="{2007ACF7-C53F-4847-8E19-EF2D41EC2AB4}"/>
              </a:ext>
            </a:extLst>
          </p:cNvPr>
          <p:cNvSpPr txBox="1"/>
          <p:nvPr/>
        </p:nvSpPr>
        <p:spPr>
          <a:xfrm>
            <a:off x="1005840" y="5969000"/>
            <a:ext cx="1651000" cy="431800"/>
          </a:xfrm>
          <a:prstGeom prst="rect">
            <a:avLst/>
          </a:prstGeom>
          <a:noFill/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 sz="2400" b="1">
                <a:solidFill>
                  <a:srgbClr val="FFFFFF"/>
                </a:solidFill>
                <a:latin typeface="Segoe UI"/>
                <a:cs typeface="Segoe UI"/>
              </a:rPr>
              <a:t>solace</a:t>
            </a:r>
          </a:p>
        </p:txBody>
      </p:sp>
      <p:sp>
        <p:nvSpPr>
          <p:cNvPr id="5" name="SolaceAccentBar">
            <a:extLst>
              <a:ext uri="{FF2B5EF4-FFF2-40B4-BE49-F238E27FC236}">
                <a16:creationId xmlns:a16="http://schemas.microsoft.com/office/drawing/2014/main" id="{6112A054-CFC0-4074-8398-4CCC608AD6FA}"/>
              </a:ext>
            </a:extLst>
          </p:cNvPr>
          <p:cNvSpPr/>
          <p:nvPr/>
        </p:nvSpPr>
        <p:spPr>
          <a:xfrm>
            <a:off x="1005840" y="5867400"/>
            <a:ext cx="381000" cy="50800"/>
          </a:xfrm>
          <a:prstGeom prst="rect">
            <a:avLst/>
          </a:prstGeom>
          <a:solidFill>
            <a:srgbClr val="00C895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164130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2A44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FE1F47D-C6D0-41B5-BC50-612A73ED8C23}"/>
              </a:ext>
            </a:extLst>
          </p:cNvPr>
          <p:cNvSpPr/>
          <p:nvPr/>
        </p:nvSpPr>
        <p:spPr>
          <a:xfrm>
            <a:off x="635000" y="571500"/>
            <a:ext cx="381000" cy="76200"/>
          </a:xfrm>
          <a:prstGeom prst="rect">
            <a:avLst/>
          </a:prstGeom>
          <a:solidFill>
            <a:srgbClr val="00C895"/>
          </a:solidFill>
          <a:ln w="9525" cap="flat" cmpd="sng" algn="ctr">
            <a:noFill/>
            <a:prstDash val="solid"/>
          </a:ln>
          <a:effectLst/>
        </p:spPr>
        <p:txBody>
          <a:bodyPr vertOverflow="clip" horzOverflow="clip" rtlCol="0" anchor="t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B51A139-49D9-4699-9E06-C9E55E0A4B05}"/>
              </a:ext>
            </a:extLst>
          </p:cNvPr>
          <p:cNvSpPr txBox="1"/>
          <p:nvPr/>
        </p:nvSpPr>
        <p:spPr>
          <a:xfrm>
            <a:off x="635000" y="711200"/>
            <a:ext cx="5842000" cy="254000"/>
          </a:xfrm>
          <a:prstGeom prst="rect">
            <a:avLst/>
          </a:prstGeom>
          <a:noFill/>
          <a:effectLst/>
        </p:spPr>
        <p:txBody>
          <a:bodyPr vertOverflow="overflow" vert="horz" wrap="square" rtlCol="0" anchor="t" anchorCtr="0">
            <a:no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>
                <a:ln>
                  <a:noFill/>
                </a:ln>
                <a:solidFill>
                  <a:srgbClr val="00C895"/>
                </a:solidFill>
                <a:effectLst/>
                <a:uLnTx/>
                <a:uFillTx/>
                <a:latin typeface="Segoe UI"/>
                <a:ea typeface="+mn-ea"/>
                <a:cs typeface="Segoe UI"/>
              </a:rPr>
              <a:t>AGENDA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6125875-4B8C-4D53-9C91-C8971D835F25}"/>
              </a:ext>
            </a:extLst>
          </p:cNvPr>
          <p:cNvSpPr txBox="1"/>
          <p:nvPr/>
        </p:nvSpPr>
        <p:spPr>
          <a:xfrm>
            <a:off x="635000" y="1003300"/>
            <a:ext cx="5842000" cy="584200"/>
          </a:xfrm>
          <a:prstGeom prst="rect">
            <a:avLst/>
          </a:prstGeom>
          <a:noFill/>
          <a:effectLst/>
        </p:spPr>
        <p:txBody>
          <a:bodyPr vertOverflow="overflow" vert="horz" wrap="square" rtlCol="0" anchor="t" anchorCtr="0">
            <a:no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/>
                <a:ea typeface="+mn-ea"/>
                <a:cs typeface="Segoe UI"/>
              </a:rPr>
              <a:t>What we'll cover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E043E91-2410-4466-B856-940F651EFB25}"/>
              </a:ext>
            </a:extLst>
          </p:cNvPr>
          <p:cNvSpPr txBox="1"/>
          <p:nvPr/>
        </p:nvSpPr>
        <p:spPr>
          <a:xfrm>
            <a:off x="635000" y="1778000"/>
            <a:ext cx="5842000" cy="330200"/>
          </a:xfrm>
          <a:prstGeom prst="rect">
            <a:avLst/>
          </a:prstGeom>
          <a:noFill/>
          <a:effectLst/>
        </p:spPr>
        <p:txBody>
          <a:bodyPr vertOverflow="overflow" vert="horz" wrap="square" rtlCol="0" anchor="t" anchorCtr="0">
            <a:no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50" b="0" i="0" u="none" strike="noStrike" kern="1200" cap="none" spc="0" normalizeH="0" baseline="0" noProof="0" dirty="0">
                <a:ln>
                  <a:noFill/>
                </a:ln>
                <a:solidFill>
                  <a:srgbClr val="A9BECD"/>
                </a:solidFill>
                <a:effectLst/>
                <a:uLnTx/>
                <a:uFillTx/>
                <a:latin typeface="Segoe UI"/>
                <a:ea typeface="+mn-ea"/>
                <a:cs typeface="Segoe UI"/>
              </a:rPr>
              <a:t>About forty minutes of material, then time for your questions.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943B828-380F-4A80-A317-C6BC9D8B48BA}"/>
              </a:ext>
            </a:extLst>
          </p:cNvPr>
          <p:cNvSpPr/>
          <p:nvPr/>
        </p:nvSpPr>
        <p:spPr>
          <a:xfrm flipV="1">
            <a:off x="1016000" y="2349500"/>
            <a:ext cx="5008282" cy="9144"/>
          </a:xfrm>
          <a:prstGeom prst="rect">
            <a:avLst/>
          </a:prstGeom>
          <a:solidFill>
            <a:srgbClr val="0D4066"/>
          </a:solidFill>
          <a:ln w="9525" cap="flat" cmpd="sng" algn="ctr">
            <a:noFill/>
            <a:prstDash val="solid"/>
          </a:ln>
          <a:effectLst/>
        </p:spPr>
        <p:txBody>
          <a:bodyPr vertOverflow="clip" horzOverflow="clip" rtlCol="0" anchor="t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9D70108-6D5C-4F00-AE99-5270751A7676}"/>
              </a:ext>
            </a:extLst>
          </p:cNvPr>
          <p:cNvSpPr txBox="1"/>
          <p:nvPr/>
        </p:nvSpPr>
        <p:spPr>
          <a:xfrm>
            <a:off x="1016000" y="2565400"/>
            <a:ext cx="508000" cy="304800"/>
          </a:xfrm>
          <a:prstGeom prst="rect">
            <a:avLst/>
          </a:prstGeom>
          <a:noFill/>
          <a:effectLst/>
        </p:spPr>
        <p:txBody>
          <a:bodyPr vertOverflow="overflow" vert="horz" wrap="square" rtlCol="0" anchor="t" anchorCtr="0">
            <a:no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>
                <a:ln>
                  <a:noFill/>
                </a:ln>
                <a:solidFill>
                  <a:srgbClr val="00C895"/>
                </a:solidFill>
                <a:effectLst/>
                <a:uLnTx/>
                <a:uFillTx/>
                <a:latin typeface="Segoe UI"/>
                <a:ea typeface="+mn-ea"/>
                <a:cs typeface="Segoe UI"/>
              </a:rPr>
              <a:t>01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79ADECF-01D5-4E38-AE26-C209C91DFF53}"/>
              </a:ext>
            </a:extLst>
          </p:cNvPr>
          <p:cNvSpPr txBox="1"/>
          <p:nvPr/>
        </p:nvSpPr>
        <p:spPr>
          <a:xfrm>
            <a:off x="1947582" y="2588560"/>
            <a:ext cx="4719918" cy="304800"/>
          </a:xfrm>
          <a:prstGeom prst="rect">
            <a:avLst/>
          </a:prstGeom>
          <a:noFill/>
          <a:effectLst/>
        </p:spPr>
        <p:txBody>
          <a:bodyPr vertOverflow="overflow" vert="horz" wrap="square" rtlCol="0" anchor="t" anchorCtr="0">
            <a:no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7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/>
                <a:ea typeface="+mn-ea"/>
                <a:cs typeface="Segoe UI"/>
              </a:rPr>
              <a:t>Current Situation (Recap)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B36260B-40E1-4EDC-B499-ACF85331E66C}"/>
              </a:ext>
            </a:extLst>
          </p:cNvPr>
          <p:cNvSpPr/>
          <p:nvPr/>
        </p:nvSpPr>
        <p:spPr>
          <a:xfrm flipV="1">
            <a:off x="1016000" y="3136900"/>
            <a:ext cx="5008282" cy="9144"/>
          </a:xfrm>
          <a:prstGeom prst="rect">
            <a:avLst/>
          </a:prstGeom>
          <a:solidFill>
            <a:srgbClr val="0D4066"/>
          </a:solidFill>
          <a:ln w="9525" cap="flat" cmpd="sng" algn="ctr">
            <a:noFill/>
            <a:prstDash val="solid"/>
          </a:ln>
          <a:effectLst/>
        </p:spPr>
        <p:txBody>
          <a:bodyPr vertOverflow="clip" horzOverflow="clip" rtlCol="0" anchor="t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74143B8-3583-40F0-8C58-BCEB02099867}"/>
              </a:ext>
            </a:extLst>
          </p:cNvPr>
          <p:cNvSpPr txBox="1"/>
          <p:nvPr/>
        </p:nvSpPr>
        <p:spPr>
          <a:xfrm>
            <a:off x="1016000" y="3352800"/>
            <a:ext cx="508000" cy="304800"/>
          </a:xfrm>
          <a:prstGeom prst="rect">
            <a:avLst/>
          </a:prstGeom>
          <a:noFill/>
          <a:effectLst/>
        </p:spPr>
        <p:txBody>
          <a:bodyPr vertOverflow="overflow" vert="horz" wrap="square" rtlCol="0" anchor="t" anchorCtr="0">
            <a:no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>
                <a:ln>
                  <a:noFill/>
                </a:ln>
                <a:solidFill>
                  <a:srgbClr val="00C895"/>
                </a:solidFill>
                <a:effectLst/>
                <a:uLnTx/>
                <a:uFillTx/>
                <a:latin typeface="Segoe UI"/>
                <a:ea typeface="+mn-ea"/>
                <a:cs typeface="Segoe UI"/>
              </a:rPr>
              <a:t>02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23E3EB0-B7A0-47F0-A6A3-910A5B0D9883}"/>
              </a:ext>
            </a:extLst>
          </p:cNvPr>
          <p:cNvSpPr/>
          <p:nvPr/>
        </p:nvSpPr>
        <p:spPr>
          <a:xfrm flipV="1">
            <a:off x="1016000" y="3924300"/>
            <a:ext cx="5008282" cy="9144"/>
          </a:xfrm>
          <a:prstGeom prst="rect">
            <a:avLst/>
          </a:prstGeom>
          <a:solidFill>
            <a:srgbClr val="0D4066"/>
          </a:solidFill>
          <a:ln w="9525" cap="flat" cmpd="sng" algn="ctr">
            <a:noFill/>
            <a:prstDash val="solid"/>
          </a:ln>
          <a:effectLst/>
        </p:spPr>
        <p:txBody>
          <a:bodyPr vertOverflow="clip" horzOverflow="clip" rtlCol="0" anchor="t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1DAC667-CC97-4E96-BF98-A5B8789132E0}"/>
              </a:ext>
            </a:extLst>
          </p:cNvPr>
          <p:cNvSpPr txBox="1"/>
          <p:nvPr/>
        </p:nvSpPr>
        <p:spPr>
          <a:xfrm>
            <a:off x="1016000" y="4140200"/>
            <a:ext cx="508000" cy="304800"/>
          </a:xfrm>
          <a:prstGeom prst="rect">
            <a:avLst/>
          </a:prstGeom>
          <a:noFill/>
          <a:effectLst/>
        </p:spPr>
        <p:txBody>
          <a:bodyPr vertOverflow="overflow" vert="horz" wrap="square" rtlCol="0" anchor="t" anchorCtr="0">
            <a:no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>
                <a:ln>
                  <a:noFill/>
                </a:ln>
                <a:solidFill>
                  <a:srgbClr val="00C895"/>
                </a:solidFill>
                <a:effectLst/>
                <a:uLnTx/>
                <a:uFillTx/>
                <a:latin typeface="Segoe UI"/>
                <a:ea typeface="+mn-ea"/>
                <a:cs typeface="Segoe UI"/>
              </a:rPr>
              <a:t>03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804765A-CB9C-46F6-8973-800AFED839EA}"/>
              </a:ext>
            </a:extLst>
          </p:cNvPr>
          <p:cNvSpPr txBox="1"/>
          <p:nvPr/>
        </p:nvSpPr>
        <p:spPr>
          <a:xfrm>
            <a:off x="1947582" y="4163360"/>
            <a:ext cx="4719918" cy="304800"/>
          </a:xfrm>
          <a:prstGeom prst="rect">
            <a:avLst/>
          </a:prstGeom>
          <a:noFill/>
          <a:effectLst/>
        </p:spPr>
        <p:txBody>
          <a:bodyPr vertOverflow="overflow" vert="horz" wrap="square" rtlCol="0" anchor="t" anchorCtr="0">
            <a:no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7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/>
                <a:ea typeface="+mn-ea"/>
                <a:cs typeface="Segoe UI"/>
              </a:rPr>
              <a:t>Solution Design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D296178-C3B9-4F82-A260-D44B8F78232E}"/>
              </a:ext>
            </a:extLst>
          </p:cNvPr>
          <p:cNvSpPr/>
          <p:nvPr/>
        </p:nvSpPr>
        <p:spPr>
          <a:xfrm flipV="1">
            <a:off x="1016000" y="4711700"/>
            <a:ext cx="5008282" cy="9144"/>
          </a:xfrm>
          <a:prstGeom prst="rect">
            <a:avLst/>
          </a:prstGeom>
          <a:solidFill>
            <a:srgbClr val="0D4066"/>
          </a:solidFill>
          <a:ln w="9525" cap="flat" cmpd="sng" algn="ctr">
            <a:noFill/>
            <a:prstDash val="solid"/>
          </a:ln>
          <a:effectLst/>
        </p:spPr>
        <p:txBody>
          <a:bodyPr vertOverflow="clip" horzOverflow="clip" rtlCol="0" anchor="t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AE3D726-09B3-4AB0-9742-7F41F60B8BC5}"/>
              </a:ext>
            </a:extLst>
          </p:cNvPr>
          <p:cNvSpPr txBox="1"/>
          <p:nvPr/>
        </p:nvSpPr>
        <p:spPr>
          <a:xfrm>
            <a:off x="1016000" y="4927600"/>
            <a:ext cx="508000" cy="304800"/>
          </a:xfrm>
          <a:prstGeom prst="rect">
            <a:avLst/>
          </a:prstGeom>
          <a:noFill/>
          <a:effectLst/>
        </p:spPr>
        <p:txBody>
          <a:bodyPr vertOverflow="overflow" vert="horz" wrap="square" rtlCol="0" anchor="t" anchorCtr="0">
            <a:no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>
                <a:ln>
                  <a:noFill/>
                </a:ln>
                <a:solidFill>
                  <a:srgbClr val="00C895"/>
                </a:solidFill>
                <a:effectLst/>
                <a:uLnTx/>
                <a:uFillTx/>
                <a:latin typeface="Segoe UI"/>
                <a:ea typeface="+mn-ea"/>
                <a:cs typeface="Segoe UI"/>
              </a:rPr>
              <a:t>04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529438C-B1F6-4B6B-99BB-93E07F16BFD1}"/>
              </a:ext>
            </a:extLst>
          </p:cNvPr>
          <p:cNvSpPr txBox="1"/>
          <p:nvPr/>
        </p:nvSpPr>
        <p:spPr>
          <a:xfrm>
            <a:off x="1947582" y="4950760"/>
            <a:ext cx="4719918" cy="304800"/>
          </a:xfrm>
          <a:prstGeom prst="rect">
            <a:avLst/>
          </a:prstGeom>
          <a:noFill/>
          <a:effectLst/>
        </p:spPr>
        <p:txBody>
          <a:bodyPr vertOverflow="overflow" vert="horz" wrap="square" rtlCol="0" anchor="t" anchorCtr="0">
            <a:no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7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/>
                <a:ea typeface="+mn-ea"/>
                <a:cs typeface="Segoe UI"/>
              </a:rPr>
              <a:t>Demo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AD092B33-D088-44AB-9118-C3D74180D6B1}"/>
              </a:ext>
            </a:extLst>
          </p:cNvPr>
          <p:cNvSpPr/>
          <p:nvPr/>
        </p:nvSpPr>
        <p:spPr>
          <a:xfrm flipV="1">
            <a:off x="1016000" y="5499100"/>
            <a:ext cx="5008282" cy="9144"/>
          </a:xfrm>
          <a:prstGeom prst="rect">
            <a:avLst/>
          </a:prstGeom>
          <a:solidFill>
            <a:srgbClr val="0D4066"/>
          </a:solidFill>
          <a:ln w="9525" cap="flat" cmpd="sng" algn="ctr">
            <a:noFill/>
            <a:prstDash val="solid"/>
          </a:ln>
          <a:effectLst/>
        </p:spPr>
        <p:txBody>
          <a:bodyPr vertOverflow="clip" horzOverflow="clip" rtlCol="0" anchor="t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861FA08-113C-4AB8-BC2B-1951AB0ABB1A}"/>
              </a:ext>
            </a:extLst>
          </p:cNvPr>
          <p:cNvSpPr txBox="1"/>
          <p:nvPr/>
        </p:nvSpPr>
        <p:spPr>
          <a:xfrm>
            <a:off x="1016000" y="5715000"/>
            <a:ext cx="508000" cy="304800"/>
          </a:xfrm>
          <a:prstGeom prst="rect">
            <a:avLst/>
          </a:prstGeom>
          <a:noFill/>
          <a:effectLst/>
        </p:spPr>
        <p:txBody>
          <a:bodyPr vertOverflow="overflow" vert="horz" wrap="square" rtlCol="0" anchor="t" anchorCtr="0">
            <a:no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>
                <a:ln>
                  <a:noFill/>
                </a:ln>
                <a:solidFill>
                  <a:srgbClr val="00C895"/>
                </a:solidFill>
                <a:effectLst/>
                <a:uLnTx/>
                <a:uFillTx/>
                <a:latin typeface="Segoe UI"/>
                <a:ea typeface="+mn-ea"/>
                <a:cs typeface="Segoe UI"/>
              </a:rPr>
              <a:t>05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0D9FAB3-970F-4969-92B4-D1893F3DBD3E}"/>
              </a:ext>
            </a:extLst>
          </p:cNvPr>
          <p:cNvSpPr txBox="1"/>
          <p:nvPr/>
        </p:nvSpPr>
        <p:spPr>
          <a:xfrm>
            <a:off x="1947582" y="5738160"/>
            <a:ext cx="4719918" cy="304800"/>
          </a:xfrm>
          <a:prstGeom prst="rect">
            <a:avLst/>
          </a:prstGeom>
          <a:noFill/>
          <a:effectLst/>
        </p:spPr>
        <p:txBody>
          <a:bodyPr vertOverflow="overflow" vert="horz" wrap="square" rtlCol="0" anchor="t" anchorCtr="0">
            <a:no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7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/>
                <a:ea typeface="+mn-ea"/>
                <a:cs typeface="Segoe UI"/>
              </a:rPr>
              <a:t>Questions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89D5255A-2E82-4F77-8B66-FC83484F57D4}"/>
              </a:ext>
            </a:extLst>
          </p:cNvPr>
          <p:cNvSpPr/>
          <p:nvPr/>
        </p:nvSpPr>
        <p:spPr>
          <a:xfrm flipV="1">
            <a:off x="1016000" y="6286500"/>
            <a:ext cx="5008282" cy="9144"/>
          </a:xfrm>
          <a:prstGeom prst="rect">
            <a:avLst/>
          </a:prstGeom>
          <a:solidFill>
            <a:srgbClr val="0D4066"/>
          </a:solidFill>
          <a:ln w="9525" cap="flat" cmpd="sng" algn="ctr">
            <a:noFill/>
            <a:prstDash val="solid"/>
          </a:ln>
          <a:effectLst/>
        </p:spPr>
        <p:txBody>
          <a:bodyPr vertOverflow="clip" horzOverflow="clip" rtlCol="0" anchor="t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29" name="Picture 6" descr="Assistenza Informatica Padova">
            <a:extLst>
              <a:ext uri="{FF2B5EF4-FFF2-40B4-BE49-F238E27FC236}">
                <a16:creationId xmlns:a16="http://schemas.microsoft.com/office/drawing/2014/main" id="{AD2A1EE6-5BE2-533B-0611-459256C0DE9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20"/>
          <a:stretch>
            <a:fillRect/>
          </a:stretch>
        </p:blipFill>
        <p:spPr bwMode="auto">
          <a:xfrm>
            <a:off x="6731000" y="0"/>
            <a:ext cx="8270634" cy="6858000"/>
          </a:xfrm>
          <a:prstGeom prst="rect">
            <a:avLst/>
          </a:prstGeom>
          <a:solidFill>
            <a:srgbClr val="FFFFFF"/>
          </a:solidFill>
        </p:spPr>
      </p:pic>
      <p:sp>
        <p:nvSpPr>
          <p:cNvPr id="32" name="PhotoScrim">
            <a:extLst>
              <a:ext uri="{FF2B5EF4-FFF2-40B4-BE49-F238E27FC236}">
                <a16:creationId xmlns:a16="http://schemas.microsoft.com/office/drawing/2014/main" id="{7F19A9B6-93C6-49FD-898F-7ABDCA81D275}"/>
              </a:ext>
            </a:extLst>
          </p:cNvPr>
          <p:cNvSpPr/>
          <p:nvPr/>
        </p:nvSpPr>
        <p:spPr>
          <a:xfrm>
            <a:off x="6604000" y="0"/>
            <a:ext cx="5588000" cy="6858000"/>
          </a:xfrm>
          <a:prstGeom prst="rect">
            <a:avLst/>
          </a:prstGeom>
          <a:gradFill>
            <a:gsLst>
              <a:gs pos="0">
                <a:srgbClr val="062A44">
                  <a:alpha val="100000"/>
                </a:srgbClr>
              </a:gs>
              <a:gs pos="100000">
                <a:srgbClr val="062A44">
                  <a:alpha val="0"/>
                </a:srgbClr>
              </a:gs>
            </a:gsLst>
            <a:lin ang="0" scaled="0"/>
          </a:gradFill>
          <a:ln w="9525" cap="flat" cmpd="sng" algn="ctr">
            <a:prstDash val="solid"/>
          </a:ln>
          <a:effectLst/>
        </p:spPr>
        <p:txBody>
          <a:bodyPr vertOverflow="clip" horzOverflow="clip" rtlCol="0" anchor="t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8E6AF50-F20A-4AB9-A02C-0996D2DC2BDB}"/>
              </a:ext>
            </a:extLst>
          </p:cNvPr>
          <p:cNvSpPr txBox="1"/>
          <p:nvPr/>
        </p:nvSpPr>
        <p:spPr>
          <a:xfrm>
            <a:off x="11366500" y="6400800"/>
            <a:ext cx="546100" cy="279400"/>
          </a:xfrm>
          <a:prstGeom prst="rect">
            <a:avLst/>
          </a:prstGeom>
          <a:noFill/>
        </p:spPr>
        <p:txBody>
          <a:bodyPr vertOverflow="overflow" vert="horz" wrap="none" rtlCol="0" anchor="t">
            <a:no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>
                <a:ln>
                  <a:noFill/>
                </a:ln>
                <a:solidFill>
                  <a:srgbClr val="C9D6E0"/>
                </a:solidFill>
                <a:effectLst/>
                <a:uLnTx/>
                <a:uFillTx/>
                <a:latin typeface="Segoe UI"/>
                <a:ea typeface="+mn-ea"/>
                <a:cs typeface="Segoe UI"/>
              </a:rPr>
              <a:t>2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C023DCC-2AFE-40C2-AD96-576EE1B1AFFA}"/>
              </a:ext>
            </a:extLst>
          </p:cNvPr>
          <p:cNvSpPr txBox="1"/>
          <p:nvPr/>
        </p:nvSpPr>
        <p:spPr>
          <a:xfrm>
            <a:off x="1947582" y="3371850"/>
            <a:ext cx="4719918" cy="304800"/>
          </a:xfrm>
          <a:prstGeom prst="rect">
            <a:avLst/>
          </a:prstGeom>
          <a:noFill/>
          <a:effectLst/>
        </p:spPr>
        <p:txBody>
          <a:bodyPr vertOverflow="overflow" vert="horz" wrap="square" rtlCol="0" anchor="t" anchorCtr="0">
            <a:no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7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/>
                <a:ea typeface="+mn-ea"/>
                <a:cs typeface="Segoe UI"/>
              </a:rPr>
              <a:t>What you asked for</a:t>
            </a:r>
          </a:p>
        </p:txBody>
      </p:sp>
    </p:spTree>
    <p:extLst>
      <p:ext uri="{BB962C8B-B14F-4D97-AF65-F5344CB8AC3E}">
        <p14:creationId xmlns:p14="http://schemas.microsoft.com/office/powerpoint/2010/main" val="30082549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8C5DD7C8-2D64-46EF-BD8F-0621BDA129F7}"/>
              </a:ext>
            </a:extLst>
          </p:cNvPr>
          <p:cNvSpPr/>
          <p:nvPr/>
        </p:nvSpPr>
        <p:spPr>
          <a:xfrm>
            <a:off x="6286500" y="2006600"/>
            <a:ext cx="5054600" cy="3962400"/>
          </a:xfrm>
          <a:prstGeom prst="roundRect">
            <a:avLst/>
          </a:prstGeom>
          <a:solidFill>
            <a:srgbClr val="F1F5F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946C24F8-2343-495F-8BD9-EC0A4891035F}"/>
              </a:ext>
            </a:extLst>
          </p:cNvPr>
          <p:cNvSpPr/>
          <p:nvPr/>
        </p:nvSpPr>
        <p:spPr>
          <a:xfrm>
            <a:off x="825500" y="2006600"/>
            <a:ext cx="5054600" cy="3962400"/>
          </a:xfrm>
          <a:prstGeom prst="roundRect">
            <a:avLst/>
          </a:prstGeom>
          <a:solidFill>
            <a:srgbClr val="F1F5F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" name="TextBox 1"/>
          <p:cNvSpPr txBox="1"/>
          <p:nvPr/>
        </p:nvSpPr>
        <p:spPr>
          <a:xfrm>
            <a:off x="822960" y="685800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0785A"/>
                </a:solidFill>
                <a:latin typeface="Segoe UI"/>
              </a:rPr>
              <a:t>CURRENT STATE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996696"/>
            <a:ext cx="105156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i="0" dirty="0">
                <a:solidFill>
                  <a:srgbClr val="093B5F"/>
                </a:solidFill>
                <a:latin typeface="Segoe UI"/>
              </a:rPr>
              <a:t>What exceptions cost today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709928"/>
            <a:ext cx="10515600" cy="9525"/>
          </a:xfrm>
          <a:prstGeom prst="rect">
            <a:avLst/>
          </a:prstGeom>
          <a:solidFill>
            <a:srgbClr val="D8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30300" y="2260600"/>
            <a:ext cx="4445000" cy="32265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lang="en-US" sz="2400" b="1" i="0" dirty="0">
                <a:latin typeface="Segoe UI"/>
              </a:rPr>
              <a:t>Orders Delayed </a:t>
            </a:r>
            <a:r>
              <a:rPr lang="en-US" sz="2400" b="1" i="0" dirty="0">
                <a:solidFill>
                  <a:srgbClr val="E07B2C"/>
                </a:solidFill>
                <a:latin typeface="Segoe UI"/>
              </a:rPr>
              <a:t>24–36 </a:t>
            </a:r>
            <a:r>
              <a:rPr lang="en-US" sz="2400" b="1" i="0" dirty="0">
                <a:latin typeface="Segoe UI"/>
              </a:rPr>
              <a:t>Hours</a:t>
            </a:r>
          </a:p>
          <a:p>
            <a:pPr algn="l">
              <a:spcBef>
                <a:spcPts val="0"/>
              </a:spcBef>
              <a:spcAft>
                <a:spcPts val="900"/>
              </a:spcAft>
              <a:buNone/>
            </a:pPr>
            <a:r>
              <a:rPr lang="en-US" sz="1500" b="0" i="0" dirty="0">
                <a:solidFill>
                  <a:srgbClr val="4C5F70"/>
                </a:solidFill>
                <a:latin typeface="Segoe UI"/>
              </a:rPr>
              <a:t>from exception to resumption</a:t>
            </a:r>
          </a:p>
          <a:p>
            <a:pPr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500" b="1" i="0" dirty="0">
                <a:solidFill>
                  <a:srgbClr val="00785A"/>
                </a:solidFill>
                <a:latin typeface="Segoe UI"/>
              </a:rPr>
              <a:t>09:15  </a:t>
            </a:r>
            <a:r>
              <a:rPr lang="en-US" sz="1500" b="0" i="0" dirty="0">
                <a:solidFill>
                  <a:srgbClr val="2C4356"/>
                </a:solidFill>
                <a:latin typeface="Segoe UI"/>
              </a:rPr>
              <a:t>An order breaks: stock short, credit hold, bad address, carrier refusal</a:t>
            </a:r>
          </a:p>
          <a:p>
            <a:pPr algn="l">
              <a:spcBef>
                <a:spcPts val="500"/>
              </a:spcBef>
              <a:spcAft>
                <a:spcPts val="0"/>
              </a:spcAft>
              <a:buNone/>
            </a:pPr>
            <a:r>
              <a:rPr lang="en-US" sz="1500" b="1" i="0" dirty="0">
                <a:solidFill>
                  <a:srgbClr val="00785A"/>
                </a:solidFill>
                <a:latin typeface="Segoe UI"/>
              </a:rPr>
              <a:t>23:00  </a:t>
            </a:r>
            <a:r>
              <a:rPr lang="en-US" sz="1500" b="0" i="0" dirty="0">
                <a:solidFill>
                  <a:srgbClr val="2C4356"/>
                </a:solidFill>
                <a:latin typeface="Segoe UI"/>
              </a:rPr>
              <a:t>The nightly reconciliation job notices</a:t>
            </a:r>
          </a:p>
          <a:p>
            <a:pPr algn="l">
              <a:spcBef>
                <a:spcPts val="500"/>
              </a:spcBef>
              <a:spcAft>
                <a:spcPts val="0"/>
              </a:spcAft>
              <a:buNone/>
            </a:pPr>
            <a:r>
              <a:rPr lang="en-US" sz="1500" b="1" i="0" dirty="0">
                <a:solidFill>
                  <a:srgbClr val="00785A"/>
                </a:solidFill>
                <a:latin typeface="Segoe UI"/>
              </a:rPr>
              <a:t>08:00  </a:t>
            </a:r>
            <a:r>
              <a:rPr lang="en-US" sz="1500" b="0" i="0" dirty="0">
                <a:solidFill>
                  <a:srgbClr val="2C4356"/>
                </a:solidFill>
                <a:latin typeface="Segoe UI"/>
              </a:rPr>
              <a:t>A coordinator opens the report and starts emailing</a:t>
            </a:r>
          </a:p>
          <a:p>
            <a:pPr algn="l">
              <a:spcBef>
                <a:spcPts val="500"/>
              </a:spcBef>
              <a:spcAft>
                <a:spcPts val="0"/>
              </a:spcAft>
              <a:buNone/>
            </a:pPr>
            <a:r>
              <a:rPr lang="en-US" sz="1500" b="1" i="0" dirty="0">
                <a:solidFill>
                  <a:srgbClr val="00785A"/>
                </a:solidFill>
                <a:latin typeface="Segoe UI"/>
              </a:rPr>
              <a:t>Next day  </a:t>
            </a:r>
            <a:r>
              <a:rPr lang="en-US" sz="1500" b="0" i="0" dirty="0">
                <a:solidFill>
                  <a:srgbClr val="2C4356"/>
                </a:solidFill>
                <a:latin typeface="Segoe UI"/>
              </a:rPr>
              <a:t>Replies arrive; corrections are re-keyed by hand</a:t>
            </a:r>
          </a:p>
          <a:p>
            <a:pPr algn="l">
              <a:spcBef>
                <a:spcPts val="700"/>
              </a:spcBef>
              <a:spcAft>
                <a:spcPts val="0"/>
              </a:spcAft>
              <a:buNone/>
            </a:pPr>
            <a:r>
              <a:rPr lang="en-US" sz="1400" b="0" i="1" dirty="0">
                <a:solidFill>
                  <a:srgbClr val="4C5F70"/>
                </a:solidFill>
                <a:latin typeface="Segoe UI"/>
              </a:rPr>
              <a:t>Most of that time is spent waiting to be noticed, not waiting to be solved.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91300" y="2260600"/>
            <a:ext cx="4445000" cy="26750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lang="en-US" sz="2400" b="1" i="0" dirty="0">
                <a:solidFill>
                  <a:srgbClr val="E07B2C"/>
                </a:solidFill>
                <a:latin typeface="Segoe UI"/>
              </a:rPr>
              <a:t>46 </a:t>
            </a:r>
            <a:r>
              <a:rPr lang="en-US" sz="2400" b="1" i="0" dirty="0">
                <a:latin typeface="Segoe UI"/>
              </a:rPr>
              <a:t>Man-hours/day Expended</a:t>
            </a:r>
          </a:p>
          <a:p>
            <a:pPr algn="l">
              <a:spcBef>
                <a:spcPts val="0"/>
              </a:spcBef>
              <a:spcAft>
                <a:spcPts val="900"/>
              </a:spcAft>
              <a:buNone/>
            </a:pPr>
            <a:r>
              <a:rPr lang="en-US" sz="1500" b="0" i="0" dirty="0">
                <a:solidFill>
                  <a:srgbClr val="4C5F70"/>
                </a:solidFill>
                <a:latin typeface="Segoe UI"/>
              </a:rPr>
              <a:t>of pure coordination</a:t>
            </a:r>
          </a:p>
          <a:p>
            <a:pPr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500" b="0" i="0" dirty="0">
                <a:solidFill>
                  <a:srgbClr val="2C4356"/>
                </a:solidFill>
                <a:latin typeface="Segoe UI"/>
              </a:rPr>
              <a:t>2,800 orders a day  ×  4% exception rate</a:t>
            </a:r>
          </a:p>
          <a:p>
            <a:pPr algn="l">
              <a:spcBef>
                <a:spcPts val="500"/>
              </a:spcBef>
              <a:spcAft>
                <a:spcPts val="0"/>
              </a:spcAft>
              <a:buNone/>
            </a:pPr>
            <a:r>
              <a:rPr lang="en-US" sz="1500" b="1" i="0" dirty="0">
                <a:solidFill>
                  <a:srgbClr val="00785A"/>
                </a:solidFill>
                <a:latin typeface="Segoe UI"/>
              </a:rPr>
              <a:t>   ≈  110 exceptions a day</a:t>
            </a:r>
          </a:p>
          <a:p>
            <a:pPr algn="l">
              <a:spcBef>
                <a:spcPts val="1100"/>
              </a:spcBef>
              <a:spcAft>
                <a:spcPts val="0"/>
              </a:spcAft>
              <a:buNone/>
            </a:pPr>
            <a:r>
              <a:rPr lang="en-US" sz="1500" b="0" i="0" dirty="0">
                <a:solidFill>
                  <a:srgbClr val="2C4356"/>
                </a:solidFill>
                <a:latin typeface="Segoe UI"/>
              </a:rPr>
              <a:t>×  ~25 minutes of coordination each</a:t>
            </a:r>
          </a:p>
          <a:p>
            <a:pPr algn="l">
              <a:spcBef>
                <a:spcPts val="500"/>
              </a:spcBef>
              <a:spcAft>
                <a:spcPts val="0"/>
              </a:spcAft>
              <a:buNone/>
            </a:pPr>
            <a:r>
              <a:rPr lang="en-US" sz="1500" b="1" i="0" dirty="0">
                <a:solidFill>
                  <a:srgbClr val="00785A"/>
                </a:solidFill>
                <a:latin typeface="Segoe UI"/>
              </a:rPr>
              <a:t>   ≈  46 hours a day</a:t>
            </a:r>
          </a:p>
          <a:p>
            <a:pPr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-US" sz="1400" b="0" i="1" dirty="0">
                <a:solidFill>
                  <a:srgbClr val="4C5F70"/>
                </a:solidFill>
                <a:latin typeface="Segoe UI"/>
              </a:rPr>
              <a:t>Roughly six people doing nothing but shepherding broken orders.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197600"/>
            <a:ext cx="38100" cy="431800"/>
          </a:xfrm>
          <a:prstGeom prst="rect">
            <a:avLst/>
          </a:prstGeom>
          <a:solidFill>
            <a:srgbClr val="E07B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024128" y="6264617"/>
            <a:ext cx="10241280" cy="3231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dirty="0">
                <a:solidFill>
                  <a:srgbClr val="4C5F70"/>
                </a:solidFill>
                <a:latin typeface="Segoe UI"/>
              </a:rPr>
              <a:t>Derived from Meridian numbers.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DCD252A7-021F-1198-B44E-3100DA5EBFDE}"/>
              </a:ext>
            </a:extLst>
          </p:cNvPr>
          <p:cNvCxnSpPr>
            <a:cxnSpLocks/>
          </p:cNvCxnSpPr>
          <p:nvPr/>
        </p:nvCxnSpPr>
        <p:spPr>
          <a:xfrm>
            <a:off x="6702812" y="2973659"/>
            <a:ext cx="4388934" cy="0"/>
          </a:xfrm>
          <a:prstGeom prst="line">
            <a:avLst/>
          </a:prstGeom>
          <a:ln w="9525"/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FB387167-49F0-5B69-4A7A-795BB2F14CF6}"/>
              </a:ext>
            </a:extLst>
          </p:cNvPr>
          <p:cNvCxnSpPr>
            <a:cxnSpLocks/>
          </p:cNvCxnSpPr>
          <p:nvPr/>
        </p:nvCxnSpPr>
        <p:spPr>
          <a:xfrm>
            <a:off x="1241812" y="2973659"/>
            <a:ext cx="4388934" cy="0"/>
          </a:xfrm>
          <a:prstGeom prst="line">
            <a:avLst/>
          </a:prstGeom>
          <a:ln w="9525"/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7537824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685800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0785A"/>
                </a:solidFill>
                <a:latin typeface="Segoe UI"/>
              </a:rPr>
              <a:t>CURRENT STATE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988919"/>
            <a:ext cx="10515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093B5F"/>
                </a:solidFill>
                <a:latin typeface="Segoe UI"/>
              </a:rPr>
              <a:t>Why the obvious fixes have not worked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709928"/>
            <a:ext cx="10515600" cy="9525"/>
          </a:xfrm>
          <a:prstGeom prst="rect">
            <a:avLst/>
          </a:prstGeom>
          <a:solidFill>
            <a:srgbClr val="D8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822960" y="6025896"/>
            <a:ext cx="38100" cy="548640"/>
          </a:xfrm>
          <a:prstGeom prst="rect">
            <a:avLst/>
          </a:prstGeom>
          <a:solidFill>
            <a:srgbClr val="E07B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24128" y="6102057"/>
            <a:ext cx="10241280" cy="3231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en-US" sz="1500" b="1" i="0" dirty="0">
                <a:solidFill>
                  <a:srgbClr val="4C5F70"/>
                </a:solidFill>
                <a:latin typeface="Segoe UI"/>
              </a:rPr>
              <a:t>Each fix removes one piece. The 24–36 hour delay and the 46 hours a day survive all three.</a:t>
            </a:r>
          </a:p>
        </p:txBody>
      </p:sp>
      <p:pic>
        <p:nvPicPr>
          <p:cNvPr id="8" name="Picture 7" descr="square hole round peg">
            <a:extLst>
              <a:ext uri="{FF2B5EF4-FFF2-40B4-BE49-F238E27FC236}">
                <a16:creationId xmlns:a16="http://schemas.microsoft.com/office/drawing/2014/main" id="{236F97E8-E7E6-C643-B8A4-F1EC34D363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74000" y="2946400"/>
            <a:ext cx="3735728" cy="2291246"/>
          </a:xfrm>
          <a:prstGeom prst="rect">
            <a:avLst/>
          </a:prstGeom>
        </p:spPr>
      </p:pic>
      <p:sp>
        <p:nvSpPr>
          <p:cNvPr id="200" name="Card 0"/>
          <p:cNvSpPr/>
          <p:nvPr/>
        </p:nvSpPr>
        <p:spPr>
          <a:xfrm>
            <a:off x="825500" y="2082800"/>
            <a:ext cx="6604000" cy="1168400"/>
          </a:xfrm>
          <a:prstGeom prst="roundRect">
            <a:avLst>
              <a:gd name="adj" fmla="val 8000"/>
            </a:avLst>
          </a:prstGeom>
          <a:solidFill>
            <a:srgbClr val="F1F5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201" name="Bar 0"/>
          <p:cNvSpPr/>
          <p:nvPr/>
        </p:nvSpPr>
        <p:spPr>
          <a:xfrm>
            <a:off x="825500" y="2311400"/>
            <a:ext cx="38100" cy="711200"/>
          </a:xfrm>
          <a:prstGeom prst="rect">
            <a:avLst/>
          </a:prstGeom>
          <a:solidFill>
            <a:srgbClr val="E07B2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02" name="CardText 0"/>
          <p:cNvSpPr txBox="1"/>
          <p:nvPr/>
        </p:nvSpPr>
        <p:spPr>
          <a:xfrm>
            <a:off x="1104900" y="2273300"/>
            <a:ext cx="6070600" cy="7366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spcAft>
                <a:spcPts val="200"/>
              </a:spcAft>
            </a:pPr>
            <a:r>
              <a:rPr lang="en-US" sz="1800" b="1" i="0" dirty="0">
                <a:solidFill>
                  <a:srgbClr val="093B5F"/>
                </a:solidFill>
                <a:latin typeface="Segoe UI"/>
              </a:rPr>
              <a:t>Run the batch more often</a:t>
            </a:r>
          </a:p>
          <a:p>
            <a:pPr algn="l"/>
            <a:r>
              <a:rPr lang="en-US" sz="1400" b="0" i="0" dirty="0">
                <a:solidFill>
                  <a:srgbClr val="4C5F70"/>
                </a:solidFill>
                <a:latin typeface="Segoe UI"/>
              </a:rPr>
              <a:t>Shortening detection not enough. Adds SAP load in business hours. Does nothing about the email half</a:t>
            </a:r>
          </a:p>
        </p:txBody>
      </p:sp>
      <p:sp>
        <p:nvSpPr>
          <p:cNvPr id="203" name="Card 1"/>
          <p:cNvSpPr/>
          <p:nvPr/>
        </p:nvSpPr>
        <p:spPr>
          <a:xfrm>
            <a:off x="825500" y="3378200"/>
            <a:ext cx="6604000" cy="1168400"/>
          </a:xfrm>
          <a:prstGeom prst="roundRect">
            <a:avLst>
              <a:gd name="adj" fmla="val 8000"/>
            </a:avLst>
          </a:prstGeom>
          <a:solidFill>
            <a:srgbClr val="F1F5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204" name="Bar 1"/>
          <p:cNvSpPr/>
          <p:nvPr/>
        </p:nvSpPr>
        <p:spPr>
          <a:xfrm>
            <a:off x="825500" y="3606800"/>
            <a:ext cx="38100" cy="711200"/>
          </a:xfrm>
          <a:prstGeom prst="rect">
            <a:avLst/>
          </a:prstGeom>
          <a:solidFill>
            <a:srgbClr val="E07B2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05" name="CardText 1"/>
          <p:cNvSpPr txBox="1"/>
          <p:nvPr/>
        </p:nvSpPr>
        <p:spPr>
          <a:xfrm>
            <a:off x="1104900" y="3568700"/>
            <a:ext cx="6070600" cy="7366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spcAft>
                <a:spcPts val="200"/>
              </a:spcAft>
            </a:pPr>
            <a:r>
              <a:rPr lang="en-US" sz="1800" b="1" i="0" dirty="0">
                <a:solidFill>
                  <a:srgbClr val="093B5F"/>
                </a:solidFill>
                <a:latin typeface="Segoe UI"/>
              </a:rPr>
              <a:t>Add point-to-point interfaces for exceptions</a:t>
            </a:r>
          </a:p>
          <a:p>
            <a:pPr algn="l"/>
            <a:r>
              <a:rPr lang="en-US" sz="1400" b="0" i="0" dirty="0">
                <a:solidFill>
                  <a:srgbClr val="4C5F70"/>
                </a:solidFill>
                <a:latin typeface="Segoe UI"/>
              </a:rPr>
              <a:t>This is what you already did. The cost of the eleventh consumer is what stopped you</a:t>
            </a:r>
          </a:p>
        </p:txBody>
      </p:sp>
      <p:sp>
        <p:nvSpPr>
          <p:cNvPr id="206" name="Card 2"/>
          <p:cNvSpPr/>
          <p:nvPr/>
        </p:nvSpPr>
        <p:spPr>
          <a:xfrm>
            <a:off x="825500" y="4673600"/>
            <a:ext cx="6604000" cy="1168400"/>
          </a:xfrm>
          <a:prstGeom prst="roundRect">
            <a:avLst>
              <a:gd name="adj" fmla="val 8000"/>
            </a:avLst>
          </a:prstGeom>
          <a:solidFill>
            <a:srgbClr val="F1F5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207" name="Bar 2"/>
          <p:cNvSpPr/>
          <p:nvPr/>
        </p:nvSpPr>
        <p:spPr>
          <a:xfrm>
            <a:off x="825500" y="4902200"/>
            <a:ext cx="38100" cy="711200"/>
          </a:xfrm>
          <a:prstGeom prst="rect">
            <a:avLst/>
          </a:prstGeom>
          <a:solidFill>
            <a:srgbClr val="E07B2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08" name="CardText 2"/>
          <p:cNvSpPr txBox="1"/>
          <p:nvPr/>
        </p:nvSpPr>
        <p:spPr>
          <a:xfrm>
            <a:off x="1104900" y="4864100"/>
            <a:ext cx="6070600" cy="7366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spcAft>
                <a:spcPts val="200"/>
              </a:spcAft>
            </a:pPr>
            <a:r>
              <a:rPr lang="en-US" sz="1800" b="1" i="0" dirty="0">
                <a:solidFill>
                  <a:srgbClr val="093B5F"/>
                </a:solidFill>
                <a:latin typeface="Segoe UI"/>
              </a:rPr>
              <a:t>Buy a workflow tool</a:t>
            </a:r>
          </a:p>
          <a:p>
            <a:pPr algn="l"/>
            <a:r>
              <a:rPr lang="en-US" sz="1400" dirty="0">
                <a:solidFill>
                  <a:srgbClr val="4C5F70"/>
                </a:solidFill>
                <a:latin typeface="Segoe UI"/>
              </a:rPr>
              <a:t>Brittle hard-configured routes challenging to maintain at scale.  Lacks true </a:t>
            </a:r>
            <a:r>
              <a:rPr lang="en-US" sz="1400">
                <a:solidFill>
                  <a:srgbClr val="4C5F70"/>
                </a:solidFill>
                <a:latin typeface="Segoe UI"/>
              </a:rPr>
              <a:t>broadcast support.</a:t>
            </a:r>
            <a:endParaRPr lang="en-US" sz="1400" b="0" i="0" dirty="0">
              <a:solidFill>
                <a:srgbClr val="4C5F70"/>
              </a:solidFill>
              <a:latin typeface="Segoe UI"/>
            </a:endParaRPr>
          </a:p>
        </p:txBody>
      </p:sp>
    </p:spTree>
    <p:extLst>
      <p:ext uri="{BB962C8B-B14F-4D97-AF65-F5344CB8AC3E}">
        <p14:creationId xmlns:p14="http://schemas.microsoft.com/office/powerpoint/2010/main" val="69842605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685800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 dirty="0">
                <a:solidFill>
                  <a:srgbClr val="00785A"/>
                </a:solidFill>
                <a:latin typeface="Segoe UI"/>
              </a:rPr>
              <a:t>THE BRIEF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996696"/>
            <a:ext cx="10515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093B5F"/>
                </a:solidFill>
                <a:latin typeface="Segoe UI"/>
              </a:rPr>
              <a:t>What you asked us to show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709928"/>
            <a:ext cx="10515600" cy="9525"/>
          </a:xfrm>
          <a:prstGeom prst="rect">
            <a:avLst/>
          </a:prstGeom>
          <a:solidFill>
            <a:srgbClr val="D8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0" name="ReqCard 0"/>
          <p:cNvSpPr/>
          <p:nvPr/>
        </p:nvSpPr>
        <p:spPr>
          <a:xfrm>
            <a:off x="825500" y="2184400"/>
            <a:ext cx="5156200" cy="1168400"/>
          </a:xfrm>
          <a:prstGeom prst="roundRect">
            <a:avLst>
              <a:gd name="adj" fmla="val 8000"/>
            </a:avLst>
          </a:prstGeom>
          <a:solidFill>
            <a:srgbClr val="F1F5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201" name="ReqText 0"/>
          <p:cNvSpPr txBox="1"/>
          <p:nvPr/>
        </p:nvSpPr>
        <p:spPr>
          <a:xfrm>
            <a:off x="1079500" y="2374900"/>
            <a:ext cx="4648200" cy="7874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spcAft>
                <a:spcPts val="200"/>
              </a:spcAft>
            </a:pPr>
            <a:r>
              <a:rPr lang="en-US" sz="1700" b="1" i="0" dirty="0">
                <a:solidFill>
                  <a:srgbClr val="00785A"/>
                </a:solidFill>
                <a:latin typeface="Segoe UI"/>
              </a:rPr>
              <a:t>R1  </a:t>
            </a:r>
            <a:r>
              <a:rPr lang="en-US" sz="1700" b="1" i="0" dirty="0">
                <a:solidFill>
                  <a:srgbClr val="093B5F"/>
                </a:solidFill>
                <a:latin typeface="Segoe UI"/>
              </a:rPr>
              <a:t>Know it when it happens</a:t>
            </a:r>
          </a:p>
          <a:p>
            <a:pPr algn="l"/>
            <a:r>
              <a:rPr lang="en-US" sz="1400" b="0" i="0" dirty="0">
                <a:solidFill>
                  <a:srgbClr val="4C5F70"/>
                </a:solidFill>
                <a:latin typeface="Segoe UI"/>
              </a:rPr>
              <a:t>Realtime notification, not a batch report</a:t>
            </a:r>
          </a:p>
        </p:txBody>
      </p:sp>
      <p:sp>
        <p:nvSpPr>
          <p:cNvPr id="202" name="ReqCard 1"/>
          <p:cNvSpPr/>
          <p:nvPr/>
        </p:nvSpPr>
        <p:spPr>
          <a:xfrm>
            <a:off x="6184900" y="2184400"/>
            <a:ext cx="5156200" cy="1168400"/>
          </a:xfrm>
          <a:prstGeom prst="roundRect">
            <a:avLst>
              <a:gd name="adj" fmla="val 8000"/>
            </a:avLst>
          </a:prstGeom>
          <a:solidFill>
            <a:srgbClr val="F1F5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203" name="ReqText 1"/>
          <p:cNvSpPr txBox="1"/>
          <p:nvPr/>
        </p:nvSpPr>
        <p:spPr>
          <a:xfrm>
            <a:off x="6438900" y="2374900"/>
            <a:ext cx="4648200" cy="7874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spcAft>
                <a:spcPts val="200"/>
              </a:spcAft>
            </a:pPr>
            <a:r>
              <a:rPr lang="en-US" sz="1700" b="1" i="0" dirty="0">
                <a:solidFill>
                  <a:srgbClr val="00785A"/>
                </a:solidFill>
                <a:latin typeface="Segoe UI"/>
              </a:rPr>
              <a:t>R2  </a:t>
            </a:r>
            <a:r>
              <a:rPr lang="en-US" sz="1700" b="1" i="0" dirty="0">
                <a:solidFill>
                  <a:srgbClr val="093B5F"/>
                </a:solidFill>
                <a:latin typeface="Segoe UI"/>
              </a:rPr>
              <a:t>Add/Remove a consumer without re-architecting</a:t>
            </a:r>
          </a:p>
          <a:p>
            <a:pPr algn="l"/>
            <a:r>
              <a:rPr lang="en-US" sz="1400" b="0" i="0" dirty="0">
                <a:solidFill>
                  <a:srgbClr val="4C5F70"/>
                </a:solidFill>
                <a:latin typeface="Segoe UI"/>
              </a:rPr>
              <a:t>Eliminate overhead of point-to-point interfaces</a:t>
            </a:r>
          </a:p>
        </p:txBody>
      </p:sp>
      <p:sp>
        <p:nvSpPr>
          <p:cNvPr id="204" name="ReqCard 2"/>
          <p:cNvSpPr/>
          <p:nvPr/>
        </p:nvSpPr>
        <p:spPr>
          <a:xfrm>
            <a:off x="825500" y="3505200"/>
            <a:ext cx="5156200" cy="1168400"/>
          </a:xfrm>
          <a:prstGeom prst="roundRect">
            <a:avLst>
              <a:gd name="adj" fmla="val 8000"/>
            </a:avLst>
          </a:prstGeom>
          <a:solidFill>
            <a:srgbClr val="F1F5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205" name="ReqText 2"/>
          <p:cNvSpPr txBox="1"/>
          <p:nvPr/>
        </p:nvSpPr>
        <p:spPr>
          <a:xfrm>
            <a:off x="1079500" y="3695700"/>
            <a:ext cx="4648200" cy="7874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spcAft>
                <a:spcPts val="200"/>
              </a:spcAft>
            </a:pPr>
            <a:r>
              <a:rPr lang="en-US" sz="1700" b="1" i="0" dirty="0">
                <a:solidFill>
                  <a:srgbClr val="00785A"/>
                </a:solidFill>
                <a:latin typeface="Segoe UI"/>
              </a:rPr>
              <a:t>R3  </a:t>
            </a:r>
            <a:r>
              <a:rPr lang="en-US" sz="1700" b="1" i="0" dirty="0">
                <a:solidFill>
                  <a:srgbClr val="093B5F"/>
                </a:solidFill>
                <a:latin typeface="Segoe UI"/>
              </a:rPr>
              <a:t>Nothing lost when a system is down</a:t>
            </a:r>
          </a:p>
          <a:p>
            <a:pPr algn="l"/>
            <a:r>
              <a:rPr lang="en-US" sz="1400" b="0" i="0" dirty="0">
                <a:solidFill>
                  <a:srgbClr val="4C5F70"/>
                </a:solidFill>
                <a:latin typeface="Segoe UI"/>
              </a:rPr>
              <a:t>Ability to recover from down times, not skip the window</a:t>
            </a:r>
          </a:p>
        </p:txBody>
      </p:sp>
      <p:sp>
        <p:nvSpPr>
          <p:cNvPr id="206" name="ReqCard 3"/>
          <p:cNvSpPr/>
          <p:nvPr/>
        </p:nvSpPr>
        <p:spPr>
          <a:xfrm>
            <a:off x="6184900" y="3505200"/>
            <a:ext cx="5156200" cy="1168400"/>
          </a:xfrm>
          <a:prstGeom prst="roundRect">
            <a:avLst>
              <a:gd name="adj" fmla="val 8000"/>
            </a:avLst>
          </a:prstGeom>
          <a:solidFill>
            <a:srgbClr val="F1F5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207" name="ReqText 3"/>
          <p:cNvSpPr txBox="1"/>
          <p:nvPr/>
        </p:nvSpPr>
        <p:spPr>
          <a:xfrm>
            <a:off x="6438900" y="3695700"/>
            <a:ext cx="4648200" cy="7874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spcAft>
                <a:spcPts val="200"/>
              </a:spcAft>
            </a:pPr>
            <a:r>
              <a:rPr lang="en-US" sz="1700" b="1" i="0" dirty="0">
                <a:solidFill>
                  <a:srgbClr val="00785A"/>
                </a:solidFill>
                <a:latin typeface="Segoe UI"/>
              </a:rPr>
              <a:t>R4  </a:t>
            </a:r>
            <a:r>
              <a:rPr lang="en-US" sz="1700" b="1" i="0" dirty="0">
                <a:solidFill>
                  <a:srgbClr val="093B5F"/>
                </a:solidFill>
                <a:latin typeface="Segoe UI"/>
              </a:rPr>
              <a:t>Context travels with the exception</a:t>
            </a:r>
          </a:p>
          <a:p>
            <a:pPr algn="l"/>
            <a:r>
              <a:rPr lang="en-US" sz="1400" b="0" i="0" dirty="0">
                <a:solidFill>
                  <a:srgbClr val="4C5F70"/>
                </a:solidFill>
                <a:latin typeface="Segoe UI"/>
              </a:rPr>
              <a:t>Whoever picks it up should not have to go hunting</a:t>
            </a:r>
          </a:p>
        </p:txBody>
      </p:sp>
      <p:sp>
        <p:nvSpPr>
          <p:cNvPr id="208" name="ReqCard 4"/>
          <p:cNvSpPr/>
          <p:nvPr/>
        </p:nvSpPr>
        <p:spPr>
          <a:xfrm>
            <a:off x="825500" y="4826000"/>
            <a:ext cx="5156200" cy="1168400"/>
          </a:xfrm>
          <a:prstGeom prst="roundRect">
            <a:avLst>
              <a:gd name="adj" fmla="val 8000"/>
            </a:avLst>
          </a:prstGeom>
          <a:solidFill>
            <a:srgbClr val="F1F5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209" name="ReqText 4"/>
          <p:cNvSpPr txBox="1"/>
          <p:nvPr/>
        </p:nvSpPr>
        <p:spPr>
          <a:xfrm>
            <a:off x="1079500" y="5016500"/>
            <a:ext cx="4648200" cy="7874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spcAft>
                <a:spcPts val="200"/>
              </a:spcAft>
            </a:pPr>
            <a:r>
              <a:rPr lang="en-US" sz="1700" b="1" i="0" dirty="0">
                <a:solidFill>
                  <a:srgbClr val="00785A"/>
                </a:solidFill>
                <a:latin typeface="Segoe UI"/>
              </a:rPr>
              <a:t>R5  </a:t>
            </a:r>
            <a:r>
              <a:rPr lang="en-US" sz="1700" b="1" i="0" dirty="0">
                <a:solidFill>
                  <a:srgbClr val="093B5F"/>
                </a:solidFill>
                <a:latin typeface="Segoe UI"/>
              </a:rPr>
              <a:t>Human escalation is deliberate</a:t>
            </a:r>
          </a:p>
          <a:p>
            <a:pPr algn="l"/>
            <a:r>
              <a:rPr lang="en-US" sz="1400" b="0" i="0" dirty="0">
                <a:solidFill>
                  <a:srgbClr val="4C5F70"/>
                </a:solidFill>
                <a:latin typeface="Segoe UI"/>
              </a:rPr>
              <a:t>Last resort only. Narrow requests surfaced with relevant context</a:t>
            </a:r>
          </a:p>
        </p:txBody>
      </p:sp>
      <p:sp>
        <p:nvSpPr>
          <p:cNvPr id="210" name="ReqCard 5"/>
          <p:cNvSpPr/>
          <p:nvPr/>
        </p:nvSpPr>
        <p:spPr>
          <a:xfrm>
            <a:off x="6184900" y="4826000"/>
            <a:ext cx="5156200" cy="1168400"/>
          </a:xfrm>
          <a:prstGeom prst="roundRect">
            <a:avLst>
              <a:gd name="adj" fmla="val 8000"/>
            </a:avLst>
          </a:prstGeom>
          <a:solidFill>
            <a:srgbClr val="F1F5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211" name="ReqText 5"/>
          <p:cNvSpPr txBox="1"/>
          <p:nvPr/>
        </p:nvSpPr>
        <p:spPr>
          <a:xfrm>
            <a:off x="6438900" y="5016500"/>
            <a:ext cx="4648200" cy="7874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spcAft>
                <a:spcPts val="200"/>
              </a:spcAft>
            </a:pPr>
            <a:r>
              <a:rPr lang="en-US" sz="1700" b="1" i="0" dirty="0">
                <a:solidFill>
                  <a:srgbClr val="00785A"/>
                </a:solidFill>
                <a:latin typeface="Segoe UI"/>
              </a:rPr>
              <a:t>R6  </a:t>
            </a:r>
            <a:r>
              <a:rPr lang="en-US" sz="1700" b="1" i="0" dirty="0">
                <a:solidFill>
                  <a:srgbClr val="093B5F"/>
                </a:solidFill>
                <a:latin typeface="Segoe UI"/>
              </a:rPr>
              <a:t>Incremental adoption strategy</a:t>
            </a:r>
          </a:p>
          <a:p>
            <a:pPr algn="l"/>
            <a:r>
              <a:rPr lang="en-US" sz="1400" b="0" i="0" dirty="0">
                <a:solidFill>
                  <a:srgbClr val="4C5F70"/>
                </a:solidFill>
                <a:latin typeface="Segoe UI"/>
              </a:rPr>
              <a:t>So the org can throttle and distribute the risk of change</a:t>
            </a:r>
          </a:p>
        </p:txBody>
      </p:sp>
    </p:spTree>
    <p:extLst>
      <p:ext uri="{BB962C8B-B14F-4D97-AF65-F5344CB8AC3E}">
        <p14:creationId xmlns:p14="http://schemas.microsoft.com/office/powerpoint/2010/main" val="406142227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005840" y="2377440"/>
            <a:ext cx="10058400" cy="16619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lang="en-US" sz="1400" b="1" dirty="0">
                <a:solidFill>
                  <a:srgbClr val="00C895"/>
                </a:solidFill>
              </a:rPr>
              <a:t>MERIDIAN COMPONENTS</a:t>
            </a:r>
            <a:r>
              <a:rPr lang="en-US" sz="1400" b="1" i="0" dirty="0">
                <a:solidFill>
                  <a:srgbClr val="00C895"/>
                </a:solidFill>
                <a:latin typeface="Segoe UI"/>
              </a:rPr>
              <a:t> </a:t>
            </a:r>
          </a:p>
          <a:p>
            <a:pPr algn="l">
              <a:spcBef>
                <a:spcPts val="0"/>
              </a:spcBef>
              <a:spcAft>
                <a:spcPts val="2400"/>
              </a:spcAft>
              <a:buNone/>
            </a:pPr>
            <a:r>
              <a:rPr lang="en-US" sz="4000" b="1" i="0" dirty="0">
                <a:solidFill>
                  <a:srgbClr val="FFFFFF"/>
                </a:solidFill>
                <a:latin typeface="Segoe UI"/>
              </a:rPr>
              <a:t>Solution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lang="en-US" sz="1800" b="0" i="0" dirty="0">
                <a:solidFill>
                  <a:srgbClr val="AFBAC4"/>
                </a:solidFill>
                <a:latin typeface="Segoe UI"/>
              </a:rPr>
              <a:t>What we build next, and why each piece is there</a:t>
            </a:r>
          </a:p>
        </p:txBody>
      </p:sp>
    </p:spTree>
    <p:extLst>
      <p:ext uri="{BB962C8B-B14F-4D97-AF65-F5344CB8AC3E}">
        <p14:creationId xmlns:p14="http://schemas.microsoft.com/office/powerpoint/2010/main" val="37199410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685800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 dirty="0">
                <a:solidFill>
                  <a:srgbClr val="00785A"/>
                </a:solidFill>
                <a:latin typeface="Segoe UI"/>
              </a:rPr>
              <a:t>ARCHITECTURE WITH SOLACE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996696"/>
            <a:ext cx="10515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093B5F"/>
                </a:solidFill>
                <a:latin typeface="Segoe UI"/>
              </a:rPr>
              <a:t>What breaks, and at what scope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709928"/>
            <a:ext cx="10515600" cy="9525"/>
          </a:xfrm>
          <a:prstGeom prst="rect">
            <a:avLst/>
          </a:prstGeom>
          <a:solidFill>
            <a:srgbClr val="D8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511FF8C9-B89A-4632-B46D-C4458D210F8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38677766"/>
              </p:ext>
            </p:extLst>
          </p:nvPr>
        </p:nvGraphicFramePr>
        <p:xfrm>
          <a:off x="825500" y="2184400"/>
          <a:ext cx="10515600" cy="3352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03500">
                  <a:extLst>
                    <a:ext uri="{9D8B030D-6E8A-4147-A177-3AD203B41FA5}">
                      <a16:colId xmlns:a16="http://schemas.microsoft.com/office/drawing/2014/main" val="458672759"/>
                    </a:ext>
                  </a:extLst>
                </a:gridCol>
                <a:gridCol w="1270000">
                  <a:extLst>
                    <a:ext uri="{9D8B030D-6E8A-4147-A177-3AD203B41FA5}">
                      <a16:colId xmlns:a16="http://schemas.microsoft.com/office/drawing/2014/main" val="3940774624"/>
                    </a:ext>
                  </a:extLst>
                </a:gridCol>
                <a:gridCol w="6642100">
                  <a:extLst>
                    <a:ext uri="{9D8B030D-6E8A-4147-A177-3AD203B41FA5}">
                      <a16:colId xmlns:a16="http://schemas.microsoft.com/office/drawing/2014/main" val="862530774"/>
                    </a:ext>
                  </a:extLst>
                </a:gridCol>
              </a:tblGrid>
              <a:tr h="406400">
                <a:tc>
                  <a:txBody>
                    <a:bodyPr/>
                    <a:lstStyle/>
                    <a:p>
                      <a:pPr algn="l"/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Segoe UI"/>
                          <a:cs typeface="Segoe UI"/>
                        </a:rPr>
                        <a:t>Exception type</a:t>
                      </a:r>
                    </a:p>
                  </a:txBody>
                  <a:tcPr marL="101600" marR="101600" marT="76200" marB="76200" anchor="ctr">
                    <a:solidFill>
                      <a:srgbClr val="093B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b="1">
                          <a:solidFill>
                            <a:srgbClr val="FFFFFF"/>
                          </a:solidFill>
                          <a:latin typeface="Segoe UI"/>
                          <a:cs typeface="Segoe UI"/>
                        </a:rPr>
                        <a:t>Scope</a:t>
                      </a:r>
                    </a:p>
                  </a:txBody>
                  <a:tcPr marL="101600" marR="101600" marT="76200" marB="76200" anchor="ctr">
                    <a:solidFill>
                      <a:srgbClr val="093B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b="1">
                          <a:solidFill>
                            <a:srgbClr val="FFFFFF"/>
                          </a:solidFill>
                          <a:latin typeface="Segoe UI"/>
                          <a:cs typeface="Segoe UI"/>
                        </a:rPr>
                        <a:t>What it means</a:t>
                      </a:r>
                    </a:p>
                  </a:txBody>
                  <a:tcPr marL="101600" marR="101600" marT="76200" marB="76200" anchor="ctr">
                    <a:solidFill>
                      <a:srgbClr val="093B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48334888"/>
                  </a:ext>
                </a:extLst>
              </a:tr>
              <a:tr h="736600">
                <a:tc>
                  <a:txBody>
                    <a:bodyPr/>
                    <a:lstStyle/>
                    <a:p>
                      <a:pPr algn="l"/>
                      <a:r>
                        <a:rPr lang="en-US" sz="2100" b="1">
                          <a:solidFill>
                            <a:srgbClr val="093B5F"/>
                          </a:solidFill>
                          <a:latin typeface="Segoe UI"/>
                          <a:cs typeface="Segoe UI"/>
                        </a:rPr>
                        <a:t>credit-hold*</a:t>
                      </a:r>
                    </a:p>
                  </a:txBody>
                  <a:tcPr marL="101600" marR="101600" marT="76200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b="1">
                          <a:solidFill>
                            <a:srgbClr val="00785A"/>
                          </a:solidFill>
                          <a:latin typeface="Segoe UI"/>
                          <a:cs typeface="Segoe UI"/>
                        </a:rPr>
                        <a:t>Order</a:t>
                      </a:r>
                    </a:p>
                  </a:txBody>
                  <a:tcPr marL="101600" marR="101600" marT="76200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b="0" dirty="0">
                          <a:solidFill>
                            <a:srgbClr val="2C4356"/>
                          </a:solidFill>
                          <a:latin typeface="Segoe UI"/>
                          <a:cs typeface="Segoe UI"/>
                        </a:rPr>
                        <a:t>Customer has not established credit or is over their credit limit.</a:t>
                      </a:r>
                    </a:p>
                  </a:txBody>
                  <a:tcPr marL="101600" marR="101600" marT="76200" marB="762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68346032"/>
                  </a:ext>
                </a:extLst>
              </a:tr>
              <a:tr h="736600">
                <a:tc>
                  <a:txBody>
                    <a:bodyPr/>
                    <a:lstStyle/>
                    <a:p>
                      <a:pPr algn="l"/>
                      <a:r>
                        <a:rPr lang="en-US" sz="2100" b="1" dirty="0">
                          <a:solidFill>
                            <a:srgbClr val="093B5F"/>
                          </a:solidFill>
                          <a:latin typeface="Segoe UI"/>
                          <a:cs typeface="Segoe UI"/>
                        </a:rPr>
                        <a:t>stock-shortfall*</a:t>
                      </a:r>
                    </a:p>
                  </a:txBody>
                  <a:tcPr marL="101600" marR="101600" marT="76200" marB="76200" anchor="ctr">
                    <a:solidFill>
                      <a:srgbClr val="F1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b="1">
                          <a:solidFill>
                            <a:srgbClr val="00785A"/>
                          </a:solidFill>
                          <a:latin typeface="Segoe UI"/>
                          <a:cs typeface="Segoe UI"/>
                        </a:rPr>
                        <a:t>Line</a:t>
                      </a:r>
                    </a:p>
                  </a:txBody>
                  <a:tcPr marL="101600" marR="101600" marT="76200" marB="76200" anchor="ctr">
                    <a:solidFill>
                      <a:srgbClr val="F1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b="0" dirty="0">
                          <a:solidFill>
                            <a:srgbClr val="2C4356"/>
                          </a:solidFill>
                          <a:latin typeface="Segoe UI"/>
                          <a:cs typeface="Segoe UI"/>
                        </a:rPr>
                        <a:t>Not enough stock to fill an item. Substitute, split-ship or backorder is a per-item call</a:t>
                      </a:r>
                    </a:p>
                  </a:txBody>
                  <a:tcPr marL="101600" marR="101600" marT="76200" marB="76200" anchor="ctr">
                    <a:solidFill>
                      <a:srgbClr val="F1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61071425"/>
                  </a:ext>
                </a:extLst>
              </a:tr>
              <a:tr h="736600">
                <a:tc>
                  <a:txBody>
                    <a:bodyPr/>
                    <a:lstStyle/>
                    <a:p>
                      <a:pPr algn="l"/>
                      <a:r>
                        <a:rPr lang="en-US" sz="2100" b="1">
                          <a:solidFill>
                            <a:srgbClr val="093B5F"/>
                          </a:solidFill>
                          <a:latin typeface="Segoe UI"/>
                          <a:cs typeface="Segoe UI"/>
                        </a:rPr>
                        <a:t>carrier-rejected</a:t>
                      </a:r>
                    </a:p>
                  </a:txBody>
                  <a:tcPr marL="101600" marR="101600" marT="76200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b="1">
                          <a:solidFill>
                            <a:srgbClr val="00785A"/>
                          </a:solidFill>
                          <a:latin typeface="Segoe UI"/>
                          <a:cs typeface="Segoe UI"/>
                        </a:rPr>
                        <a:t>Line</a:t>
                      </a:r>
                    </a:p>
                  </a:txBody>
                  <a:tcPr marL="101600" marR="101600" marT="76200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b="0" dirty="0">
                          <a:solidFill>
                            <a:srgbClr val="2C4356"/>
                          </a:solidFill>
                          <a:latin typeface="Segoe UI"/>
                          <a:cs typeface="Segoe UI"/>
                        </a:rPr>
                        <a:t>Carrier refuses items because of safety concerns or otherwise unable to meet item’s shipping requirements.</a:t>
                      </a:r>
                    </a:p>
                  </a:txBody>
                  <a:tcPr marL="101600" marR="101600" marT="76200" marB="762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37643017"/>
                  </a:ext>
                </a:extLst>
              </a:tr>
              <a:tr h="736600">
                <a:tc>
                  <a:txBody>
                    <a:bodyPr/>
                    <a:lstStyle/>
                    <a:p>
                      <a:pPr algn="l"/>
                      <a:r>
                        <a:rPr lang="en-US" sz="2100" b="1">
                          <a:solidFill>
                            <a:srgbClr val="093B5F"/>
                          </a:solidFill>
                          <a:latin typeface="Segoe UI"/>
                          <a:cs typeface="Segoe UI"/>
                        </a:rPr>
                        <a:t>address-invalid</a:t>
                      </a:r>
                    </a:p>
                  </a:txBody>
                  <a:tcPr marL="101600" marR="101600" marT="76200" marB="76200" anchor="ctr">
                    <a:solidFill>
                      <a:srgbClr val="F1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b="1">
                          <a:solidFill>
                            <a:srgbClr val="00785A"/>
                          </a:solidFill>
                          <a:latin typeface="Segoe UI"/>
                          <a:cs typeface="Segoe UI"/>
                        </a:rPr>
                        <a:t>Order</a:t>
                      </a:r>
                    </a:p>
                  </a:txBody>
                  <a:tcPr marL="101600" marR="101600" marT="76200" marB="76200" anchor="ctr">
                    <a:solidFill>
                      <a:srgbClr val="F1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b="0" dirty="0">
                          <a:solidFill>
                            <a:srgbClr val="2C4356"/>
                          </a:solidFill>
                          <a:latin typeface="Segoe UI"/>
                          <a:cs typeface="Segoe UI"/>
                        </a:rPr>
                        <a:t>Delivery address fails validation. </a:t>
                      </a:r>
                    </a:p>
                  </a:txBody>
                  <a:tcPr marL="101600" marR="101600" marT="76200" marB="76200" anchor="ctr">
                    <a:solidFill>
                      <a:srgbClr val="F1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5665011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2A2E31E2-7686-4C2B-AB36-C45C36679678}"/>
              </a:ext>
            </a:extLst>
          </p:cNvPr>
          <p:cNvSpPr txBox="1"/>
          <p:nvPr/>
        </p:nvSpPr>
        <p:spPr>
          <a:xfrm>
            <a:off x="825500" y="5740400"/>
            <a:ext cx="105156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>
              <a:buNone/>
            </a:pPr>
            <a:r>
              <a:rPr lang="en-US" sz="1400" b="0" i="0" dirty="0">
                <a:solidFill>
                  <a:srgbClr val="2C4356"/>
                </a:solidFill>
                <a:latin typeface="Segoe UI"/>
              </a:rPr>
              <a:t>* Live in the demo. carrier-rejected and address-invalid are modelled, not demonstrated.</a:t>
            </a:r>
          </a:p>
        </p:txBody>
      </p:sp>
    </p:spTree>
    <p:extLst>
      <p:ext uri="{BB962C8B-B14F-4D97-AF65-F5344CB8AC3E}">
        <p14:creationId xmlns:p14="http://schemas.microsoft.com/office/powerpoint/2010/main" val="424835172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685800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0785A"/>
                </a:solidFill>
                <a:latin typeface="Segoe UI"/>
              </a:rPr>
              <a:t>ARCHITECTURE WITH SOLACE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996696"/>
            <a:ext cx="10515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093B5F"/>
                </a:solidFill>
                <a:latin typeface="Segoe UI"/>
              </a:rPr>
              <a:t>Topic architecture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709928"/>
            <a:ext cx="10515600" cy="9525"/>
          </a:xfrm>
          <a:prstGeom prst="rect">
            <a:avLst/>
          </a:prstGeom>
          <a:solidFill>
            <a:srgbClr val="D8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822960" y="1856232"/>
            <a:ext cx="566928" cy="274320"/>
          </a:xfrm>
          <a:prstGeom prst="roundRect">
            <a:avLst/>
          </a:prstGeom>
          <a:solidFill>
            <a:srgbClr val="E4F7F0"/>
          </a:solidFill>
          <a:ln w="9525">
            <a:solidFill>
              <a:srgbClr val="007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algn="ctr"/>
            <a:r>
              <a:rPr sz="1100" b="1">
                <a:solidFill>
                  <a:srgbClr val="00785A"/>
                </a:solidFill>
                <a:latin typeface="Segoe UI"/>
              </a:rPr>
              <a:t>R1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481328" y="1856232"/>
            <a:ext cx="566928" cy="274320"/>
          </a:xfrm>
          <a:prstGeom prst="roundRect">
            <a:avLst/>
          </a:prstGeom>
          <a:solidFill>
            <a:srgbClr val="E4F7F0"/>
          </a:solidFill>
          <a:ln w="9525">
            <a:solidFill>
              <a:srgbClr val="007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algn="ctr"/>
            <a:r>
              <a:rPr sz="1100" b="1">
                <a:solidFill>
                  <a:srgbClr val="00785A"/>
                </a:solidFill>
                <a:latin typeface="Segoe UI"/>
              </a:rPr>
              <a:t>R2</a:t>
            </a:r>
          </a:p>
        </p:txBody>
      </p:sp>
      <p:sp>
        <p:nvSpPr>
          <p:cNvPr id="200" name="Card201"/>
          <p:cNvSpPr/>
          <p:nvPr/>
        </p:nvSpPr>
        <p:spPr>
          <a:xfrm>
            <a:off x="825500" y="2286000"/>
            <a:ext cx="10515600" cy="2006600"/>
          </a:xfrm>
          <a:prstGeom prst="roundRect">
            <a:avLst>
              <a:gd name="adj" fmla="val 6000"/>
            </a:avLst>
          </a:prstGeom>
          <a:solidFill>
            <a:srgbClr val="F1F5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30300" y="2489200"/>
            <a:ext cx="9906000" cy="172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200" b="1" i="0" dirty="0">
                <a:solidFill>
                  <a:srgbClr val="093B5F"/>
                </a:solidFill>
                <a:latin typeface="Segoe UI"/>
              </a:rPr>
              <a:t>mc / order / exception / v1 / {</a:t>
            </a:r>
            <a:r>
              <a:rPr sz="2200" b="1" i="0" dirty="0" err="1">
                <a:solidFill>
                  <a:srgbClr val="093B5F"/>
                </a:solidFill>
                <a:latin typeface="Segoe UI"/>
              </a:rPr>
              <a:t>exceptionType</a:t>
            </a:r>
            <a:r>
              <a:rPr sz="2200" b="1" i="0" dirty="0">
                <a:solidFill>
                  <a:srgbClr val="093B5F"/>
                </a:solidFill>
                <a:latin typeface="Segoe UI"/>
              </a:rPr>
              <a:t>} / {</a:t>
            </a:r>
            <a:r>
              <a:rPr sz="2200" b="1" i="0" dirty="0" err="1">
                <a:solidFill>
                  <a:srgbClr val="093B5F"/>
                </a:solidFill>
                <a:latin typeface="Segoe UI"/>
              </a:rPr>
              <a:t>orderId</a:t>
            </a:r>
            <a:r>
              <a:rPr sz="2200" b="1" i="0" dirty="0">
                <a:solidFill>
                  <a:srgbClr val="093B5F"/>
                </a:solidFill>
                <a:latin typeface="Segoe UI"/>
              </a:rPr>
              <a:t>}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1" i="0" dirty="0">
                <a:solidFill>
                  <a:srgbClr val="093B5F"/>
                </a:solidFill>
                <a:latin typeface="Segoe UI"/>
              </a:rPr>
              <a:t>mc / order / exception / v1 / {</a:t>
            </a:r>
            <a:r>
              <a:rPr sz="2200" b="1" i="0" dirty="0" err="1">
                <a:solidFill>
                  <a:srgbClr val="093B5F"/>
                </a:solidFill>
                <a:latin typeface="Segoe UI"/>
              </a:rPr>
              <a:t>exceptionType</a:t>
            </a:r>
            <a:r>
              <a:rPr sz="2200" b="1" i="0" dirty="0">
                <a:solidFill>
                  <a:srgbClr val="093B5F"/>
                </a:solidFill>
                <a:latin typeface="Segoe UI"/>
              </a:rPr>
              <a:t>} / {</a:t>
            </a:r>
            <a:r>
              <a:rPr sz="2200" b="1" i="0" dirty="0" err="1">
                <a:solidFill>
                  <a:srgbClr val="093B5F"/>
                </a:solidFill>
                <a:latin typeface="Segoe UI"/>
              </a:rPr>
              <a:t>orderId</a:t>
            </a:r>
            <a:r>
              <a:rPr sz="2200" b="1" i="0" dirty="0">
                <a:solidFill>
                  <a:srgbClr val="093B5F"/>
                </a:solidFill>
                <a:latin typeface="Segoe UI"/>
              </a:rPr>
              <a:t>} / {</a:t>
            </a:r>
            <a:r>
              <a:rPr sz="2200" b="1" i="0" dirty="0" err="1">
                <a:solidFill>
                  <a:srgbClr val="093B5F"/>
                </a:solidFill>
                <a:latin typeface="Segoe UI"/>
              </a:rPr>
              <a:t>lineId</a:t>
            </a:r>
            <a:r>
              <a:rPr sz="2200" b="1" i="0" dirty="0">
                <a:solidFill>
                  <a:srgbClr val="093B5F"/>
                </a:solidFill>
                <a:latin typeface="Segoe UI"/>
              </a:rPr>
              <a:t>}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1" i="0" dirty="0">
                <a:solidFill>
                  <a:srgbClr val="96A3B0"/>
                </a:solidFill>
                <a:latin typeface="Segoe UI"/>
              </a:rPr>
              <a:t>mc / order / {verb} / v1 / {orderId}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00" b="0" i="0" dirty="0">
                <a:solidFill>
                  <a:srgbClr val="4C5F70"/>
                </a:solidFill>
                <a:latin typeface="Segoe UI"/>
              </a:rPr>
              <a:t>Domain / Object-type / Verb / Version,  then properties least specific to most</a:t>
            </a:r>
          </a:p>
        </p:txBody>
      </p:sp>
      <p:sp>
        <p:nvSpPr>
          <p:cNvPr id="201" name="Card202"/>
          <p:cNvSpPr/>
          <p:nvPr/>
        </p:nvSpPr>
        <p:spPr>
          <a:xfrm>
            <a:off x="825500" y="4470400"/>
            <a:ext cx="3365500" cy="1930400"/>
          </a:xfrm>
          <a:prstGeom prst="roundRect">
            <a:avLst>
              <a:gd name="adj" fmla="val 6000"/>
            </a:avLst>
          </a:prstGeom>
          <a:solidFill>
            <a:srgbClr val="F1F5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202" name="T203"/>
          <p:cNvSpPr txBox="1"/>
          <p:nvPr/>
        </p:nvSpPr>
        <p:spPr>
          <a:xfrm>
            <a:off x="1054100" y="4660900"/>
            <a:ext cx="2908300" cy="15748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lang="en-US" sz="1600" b="1" i="0" dirty="0">
                <a:solidFill>
                  <a:srgbClr val="093B5F"/>
                </a:solidFill>
                <a:latin typeface="Segoe UI"/>
              </a:rPr>
              <a:t>A topic is composed per message, not provisioned</a:t>
            </a:r>
          </a:p>
          <a:p>
            <a:pPr algn="l">
              <a:spcAft>
                <a:spcPts val="0"/>
              </a:spcAft>
            </a:pPr>
            <a:r>
              <a:rPr lang="en-US" sz="1300" b="0" i="0" dirty="0">
                <a:solidFill>
                  <a:srgbClr val="4C5F70"/>
                </a:solidFill>
                <a:latin typeface="Segoe UI"/>
              </a:rPr>
              <a:t>So a new consumer subscribes and nothing upstream changes (R2)</a:t>
            </a:r>
          </a:p>
        </p:txBody>
      </p:sp>
      <p:sp>
        <p:nvSpPr>
          <p:cNvPr id="203" name="Card204"/>
          <p:cNvSpPr/>
          <p:nvPr/>
        </p:nvSpPr>
        <p:spPr>
          <a:xfrm>
            <a:off x="4400550" y="4470400"/>
            <a:ext cx="3365500" cy="1930400"/>
          </a:xfrm>
          <a:prstGeom prst="roundRect">
            <a:avLst>
              <a:gd name="adj" fmla="val 6000"/>
            </a:avLst>
          </a:prstGeom>
          <a:solidFill>
            <a:srgbClr val="F1F5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204" name="T205"/>
          <p:cNvSpPr txBox="1"/>
          <p:nvPr/>
        </p:nvSpPr>
        <p:spPr>
          <a:xfrm>
            <a:off x="4629150" y="4660900"/>
            <a:ext cx="2908300" cy="15748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lang="en-US" sz="1600" b="1" i="0" dirty="0">
                <a:solidFill>
                  <a:srgbClr val="093B5F"/>
                </a:solidFill>
                <a:latin typeface="Segoe UI"/>
              </a:rPr>
              <a:t>One root; the line id appends when the exception is line-scoped</a:t>
            </a:r>
          </a:p>
          <a:p>
            <a:pPr algn="l">
              <a:spcAft>
                <a:spcPts val="0"/>
              </a:spcAft>
            </a:pPr>
            <a:r>
              <a:rPr lang="en-US" sz="1300" b="0" i="0" dirty="0">
                <a:solidFill>
                  <a:srgbClr val="4C5F70"/>
                </a:solidFill>
                <a:latin typeface="Segoe UI"/>
              </a:rPr>
              <a:t>A credit hold is about an order, a shortfall about a line — one subscription reaches both</a:t>
            </a:r>
          </a:p>
        </p:txBody>
      </p:sp>
      <p:sp>
        <p:nvSpPr>
          <p:cNvPr id="205" name="Card206"/>
          <p:cNvSpPr/>
          <p:nvPr/>
        </p:nvSpPr>
        <p:spPr>
          <a:xfrm>
            <a:off x="7975600" y="4470400"/>
            <a:ext cx="3365500" cy="1930400"/>
          </a:xfrm>
          <a:prstGeom prst="roundRect">
            <a:avLst>
              <a:gd name="adj" fmla="val 6000"/>
            </a:avLst>
          </a:prstGeom>
          <a:solidFill>
            <a:srgbClr val="F1F5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206" name="T207"/>
          <p:cNvSpPr txBox="1"/>
          <p:nvPr/>
        </p:nvSpPr>
        <p:spPr>
          <a:xfrm>
            <a:off x="8204200" y="4660900"/>
            <a:ext cx="2908300" cy="15748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lang="en-US" sz="1600" b="1" i="0" dirty="0">
                <a:solidFill>
                  <a:srgbClr val="093B5F"/>
                </a:solidFill>
                <a:latin typeface="Segoe UI"/>
              </a:rPr>
              <a:t>Every level serves routing or access control, or it is not there</a:t>
            </a:r>
          </a:p>
          <a:p>
            <a:pPr algn="l">
              <a:spcAft>
                <a:spcPts val="0"/>
              </a:spcAft>
            </a:pPr>
            <a:r>
              <a:rPr lang="en-US" sz="1300" b="0" i="0" dirty="0">
                <a:solidFill>
                  <a:srgbClr val="4C5F70"/>
                </a:solidFill>
                <a:latin typeface="Segoe UI"/>
              </a:rPr>
              <a:t>customerTier and locality were both cut on that test</a:t>
            </a:r>
          </a:p>
        </p:txBody>
      </p:sp>
    </p:spTree>
    <p:extLst>
      <p:ext uri="{BB962C8B-B14F-4D97-AF65-F5344CB8AC3E}">
        <p14:creationId xmlns:p14="http://schemas.microsoft.com/office/powerpoint/2010/main" val="313699042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685800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0785A"/>
                </a:solidFill>
                <a:latin typeface="Segoe UI"/>
              </a:rPr>
              <a:t>ARCHITECTURE WITH SOLACE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996696"/>
            <a:ext cx="10515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200" b="1" i="0" dirty="0">
                <a:solidFill>
                  <a:srgbClr val="093B5F"/>
                </a:solidFill>
                <a:latin typeface="Segoe UI"/>
              </a:rPr>
              <a:t>Two streams, two guarantees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709928"/>
            <a:ext cx="10515600" cy="9525"/>
          </a:xfrm>
          <a:prstGeom prst="rect">
            <a:avLst/>
          </a:prstGeom>
          <a:solidFill>
            <a:srgbClr val="D8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822960" y="1856232"/>
            <a:ext cx="566928" cy="274320"/>
          </a:xfrm>
          <a:prstGeom prst="roundRect">
            <a:avLst/>
          </a:prstGeom>
          <a:solidFill>
            <a:srgbClr val="E4F7F0"/>
          </a:solidFill>
          <a:ln w="9525">
            <a:solidFill>
              <a:srgbClr val="007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algn="ctr"/>
            <a:r>
              <a:rPr sz="1100" b="1">
                <a:solidFill>
                  <a:srgbClr val="00785A"/>
                </a:solidFill>
                <a:latin typeface="Segoe UI"/>
              </a:rPr>
              <a:t>R1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481328" y="1856232"/>
            <a:ext cx="566928" cy="274320"/>
          </a:xfrm>
          <a:prstGeom prst="roundRect">
            <a:avLst/>
          </a:prstGeom>
          <a:solidFill>
            <a:srgbClr val="E4F7F0"/>
          </a:solidFill>
          <a:ln w="9525">
            <a:solidFill>
              <a:srgbClr val="007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algn="ctr"/>
            <a:r>
              <a:rPr sz="1100" b="1">
                <a:solidFill>
                  <a:srgbClr val="00785A"/>
                </a:solidFill>
                <a:latin typeface="Segoe UI"/>
              </a:rPr>
              <a:t>R3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5120640"/>
            <a:ext cx="38100" cy="914400"/>
          </a:xfrm>
          <a:prstGeom prst="rect">
            <a:avLst/>
          </a:prstGeom>
          <a:solidFill>
            <a:srgbClr val="E07B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24128" y="5341209"/>
            <a:ext cx="10241280" cy="40011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0" dirty="0">
                <a:solidFill>
                  <a:srgbClr val="093B5F"/>
                </a:solidFill>
                <a:latin typeface="Segoe UI"/>
              </a:rPr>
              <a:t>One broker, different guarantees per stream.</a:t>
            </a:r>
          </a:p>
        </p:txBody>
      </p:sp>
      <p:sp>
        <p:nvSpPr>
          <p:cNvPr id="200" name="Card201"/>
          <p:cNvSpPr/>
          <p:nvPr/>
        </p:nvSpPr>
        <p:spPr>
          <a:xfrm>
            <a:off x="825500" y="2413000"/>
            <a:ext cx="3365500" cy="2133600"/>
          </a:xfrm>
          <a:prstGeom prst="roundRect">
            <a:avLst>
              <a:gd name="adj" fmla="val 6000"/>
            </a:avLst>
          </a:prstGeom>
          <a:solidFill>
            <a:srgbClr val="F1F5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201" name="T202"/>
          <p:cNvSpPr txBox="1"/>
          <p:nvPr/>
        </p:nvSpPr>
        <p:spPr>
          <a:xfrm>
            <a:off x="1054100" y="2616200"/>
            <a:ext cx="2908300" cy="17780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spcAft>
                <a:spcPts val="300"/>
              </a:spcAft>
            </a:pPr>
            <a:r>
              <a:rPr lang="en-US" sz="1500" b="0" i="0" dirty="0">
                <a:solidFill>
                  <a:srgbClr val="4C5F70"/>
                </a:solidFill>
                <a:latin typeface="Segoe UI"/>
              </a:rPr>
              <a:t>Order lifecycle</a:t>
            </a:r>
          </a:p>
          <a:p>
            <a:pPr algn="l">
              <a:spcAft>
                <a:spcPts val="500"/>
              </a:spcAft>
            </a:pPr>
            <a:r>
              <a:rPr lang="en-US" sz="2000" b="1" i="0" dirty="0">
                <a:solidFill>
                  <a:srgbClr val="00785A"/>
                </a:solidFill>
                <a:latin typeface="Segoe UI"/>
              </a:rPr>
              <a:t>Direct</a:t>
            </a:r>
          </a:p>
          <a:p>
            <a:pPr algn="l">
              <a:spcAft>
                <a:spcPts val="0"/>
              </a:spcAft>
            </a:pPr>
            <a:r>
              <a:rPr lang="en-US" sz="1300" b="0" i="0" dirty="0">
                <a:solidFill>
                  <a:srgbClr val="4C5F70"/>
                </a:solidFill>
                <a:latin typeface="Segoe UI"/>
              </a:rPr>
              <a:t>Created, allocated, picked, shipped, invoiced. Not spooled, not acknowledged. High volume and informational: a dashboard that misses one refreshes.</a:t>
            </a:r>
          </a:p>
        </p:txBody>
      </p:sp>
      <p:sp>
        <p:nvSpPr>
          <p:cNvPr id="202" name="Card203"/>
          <p:cNvSpPr/>
          <p:nvPr/>
        </p:nvSpPr>
        <p:spPr>
          <a:xfrm>
            <a:off x="4400550" y="2413000"/>
            <a:ext cx="3365500" cy="2133600"/>
          </a:xfrm>
          <a:prstGeom prst="roundRect">
            <a:avLst>
              <a:gd name="adj" fmla="val 6000"/>
            </a:avLst>
          </a:prstGeom>
          <a:solidFill>
            <a:srgbClr val="F1F5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203" name="T204"/>
          <p:cNvSpPr txBox="1"/>
          <p:nvPr/>
        </p:nvSpPr>
        <p:spPr>
          <a:xfrm>
            <a:off x="4629150" y="2616200"/>
            <a:ext cx="2908300" cy="17780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spcAft>
                <a:spcPts val="300"/>
              </a:spcAft>
            </a:pPr>
            <a:r>
              <a:rPr lang="en-US" sz="1500" b="0" i="0" dirty="0">
                <a:solidFill>
                  <a:srgbClr val="4C5F70"/>
                </a:solidFill>
                <a:latin typeface="Segoe UI"/>
              </a:rPr>
              <a:t>Exceptions</a:t>
            </a:r>
          </a:p>
          <a:p>
            <a:pPr algn="l">
              <a:spcAft>
                <a:spcPts val="500"/>
              </a:spcAft>
            </a:pPr>
            <a:r>
              <a:rPr lang="en-US" sz="2000" b="1" i="0" dirty="0">
                <a:solidFill>
                  <a:srgbClr val="00785A"/>
                </a:solidFill>
                <a:latin typeface="Segoe UI"/>
              </a:rPr>
              <a:t>Guaranteed</a:t>
            </a:r>
          </a:p>
          <a:p>
            <a:pPr algn="l">
              <a:spcAft>
                <a:spcPts val="0"/>
              </a:spcAft>
            </a:pPr>
            <a:r>
              <a:rPr lang="en-US" sz="1300" b="0" i="0" dirty="0">
                <a:solidFill>
                  <a:srgbClr val="4C5F70"/>
                </a:solidFill>
                <a:latin typeface="Segoe UI"/>
              </a:rPr>
              <a:t>Spooled by the broker and redelivered until acknowledged. Lose one and an order silently stops. Non-negotiable.</a:t>
            </a:r>
          </a:p>
        </p:txBody>
      </p:sp>
      <p:sp>
        <p:nvSpPr>
          <p:cNvPr id="204" name="Card205"/>
          <p:cNvSpPr/>
          <p:nvPr/>
        </p:nvSpPr>
        <p:spPr>
          <a:xfrm>
            <a:off x="7975600" y="2413000"/>
            <a:ext cx="3365500" cy="2133600"/>
          </a:xfrm>
          <a:prstGeom prst="roundRect">
            <a:avLst>
              <a:gd name="adj" fmla="val 6000"/>
            </a:avLst>
          </a:prstGeom>
          <a:solidFill>
            <a:srgbClr val="F1F5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205" name="T206"/>
          <p:cNvSpPr txBox="1"/>
          <p:nvPr/>
        </p:nvSpPr>
        <p:spPr>
          <a:xfrm>
            <a:off x="8204200" y="2616200"/>
            <a:ext cx="2908300" cy="17780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spcAft>
                <a:spcPts val="300"/>
              </a:spcAft>
            </a:pPr>
            <a:r>
              <a:rPr lang="en-US" sz="1500" b="0" i="0" dirty="0">
                <a:solidFill>
                  <a:srgbClr val="4C5F70"/>
                </a:solidFill>
                <a:latin typeface="Segoe UI"/>
              </a:rPr>
              <a:t>Why not one setting</a:t>
            </a:r>
          </a:p>
          <a:p>
            <a:pPr algn="l">
              <a:spcAft>
                <a:spcPts val="500"/>
              </a:spcAft>
            </a:pPr>
            <a:r>
              <a:rPr lang="en-US" sz="2000" b="1" i="0" dirty="0">
                <a:solidFill>
                  <a:srgbClr val="00785A"/>
                </a:solidFill>
                <a:latin typeface="Segoe UI"/>
              </a:rPr>
              <a:t>Chosen per stream</a:t>
            </a:r>
          </a:p>
          <a:p>
            <a:pPr algn="l">
              <a:spcAft>
                <a:spcPts val="0"/>
              </a:spcAft>
            </a:pPr>
            <a:r>
              <a:rPr lang="en-US" sz="1300" b="0" i="0" dirty="0">
                <a:solidFill>
                  <a:srgbClr val="4C5F70"/>
                </a:solidFill>
                <a:latin typeface="Segoe UI"/>
              </a:rPr>
              <a:t>One guarantee for everything means paying spool cost for dashboard traffic, or accepting loss on business events. Neither is acceptable here.</a:t>
            </a:r>
          </a:p>
        </p:txBody>
      </p:sp>
    </p:spTree>
    <p:extLst>
      <p:ext uri="{BB962C8B-B14F-4D97-AF65-F5344CB8AC3E}">
        <p14:creationId xmlns:p14="http://schemas.microsoft.com/office/powerpoint/2010/main" val="284364164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685800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0785A"/>
                </a:solidFill>
                <a:latin typeface="Segoe UI"/>
              </a:rPr>
              <a:t>ARCHITECTURE WITH SOLACE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996696"/>
            <a:ext cx="105156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3200" b="1" i="0" dirty="0">
                <a:solidFill>
                  <a:srgbClr val="093B5F"/>
                </a:solidFill>
                <a:latin typeface="Segoe UI"/>
              </a:rPr>
              <a:t>Inherently Hardened</a:t>
            </a:r>
            <a:endParaRPr sz="3200" b="1" i="0" dirty="0">
              <a:solidFill>
                <a:srgbClr val="093B5F"/>
              </a:solidFill>
              <a:latin typeface="Segoe UI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822960" y="1709928"/>
            <a:ext cx="10515600" cy="9525"/>
          </a:xfrm>
          <a:prstGeom prst="rect">
            <a:avLst/>
          </a:prstGeom>
          <a:solidFill>
            <a:srgbClr val="D8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822960" y="1856232"/>
            <a:ext cx="566928" cy="274320"/>
          </a:xfrm>
          <a:prstGeom prst="roundRect">
            <a:avLst/>
          </a:prstGeom>
          <a:solidFill>
            <a:srgbClr val="E4F7F0"/>
          </a:solidFill>
          <a:ln w="9525">
            <a:solidFill>
              <a:srgbClr val="007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algn="ctr"/>
            <a:r>
              <a:rPr sz="1100" b="1">
                <a:solidFill>
                  <a:srgbClr val="00785A"/>
                </a:solidFill>
                <a:latin typeface="Segoe UI"/>
              </a:rPr>
              <a:t>R3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481328" y="1856232"/>
            <a:ext cx="566928" cy="274320"/>
          </a:xfrm>
          <a:prstGeom prst="roundRect">
            <a:avLst/>
          </a:prstGeom>
          <a:solidFill>
            <a:srgbClr val="E4F7F0"/>
          </a:solidFill>
          <a:ln w="9525">
            <a:solidFill>
              <a:srgbClr val="007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algn="ctr"/>
            <a:r>
              <a:rPr sz="1100" b="1" dirty="0">
                <a:solidFill>
                  <a:srgbClr val="00785A"/>
                </a:solidFill>
                <a:latin typeface="Segoe UI"/>
              </a:rPr>
              <a:t>R6</a:t>
            </a:r>
          </a:p>
        </p:txBody>
      </p:sp>
      <p:sp>
        <p:nvSpPr>
          <p:cNvPr id="200" name="Card201"/>
          <p:cNvSpPr/>
          <p:nvPr/>
        </p:nvSpPr>
        <p:spPr>
          <a:xfrm>
            <a:off x="825500" y="2413000"/>
            <a:ext cx="5156200" cy="1524000"/>
          </a:xfrm>
          <a:prstGeom prst="roundRect">
            <a:avLst>
              <a:gd name="adj" fmla="val 6000"/>
            </a:avLst>
          </a:prstGeom>
          <a:solidFill>
            <a:srgbClr val="F1F5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201" name="T202"/>
          <p:cNvSpPr txBox="1"/>
          <p:nvPr/>
        </p:nvSpPr>
        <p:spPr>
          <a:xfrm>
            <a:off x="1079500" y="2641600"/>
            <a:ext cx="4648200" cy="11430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lang="en-US" sz="1700" b="1" i="0" dirty="0">
                <a:solidFill>
                  <a:srgbClr val="093B5F"/>
                </a:solidFill>
                <a:latin typeface="Segoe UI"/>
              </a:rPr>
              <a:t>One durable queue per consumer, subscribing to topics</a:t>
            </a:r>
          </a:p>
          <a:p>
            <a:pPr algn="l">
              <a:spcAft>
                <a:spcPts val="0"/>
              </a:spcAft>
            </a:pPr>
            <a:r>
              <a:rPr lang="en-US" sz="1400" b="0" i="0" dirty="0">
                <a:solidFill>
                  <a:srgbClr val="4C5F70"/>
                </a:solidFill>
                <a:latin typeface="Segoe UI"/>
              </a:rPr>
              <a:t>A slow or dead consumer affects nobody else. Adding the one more touches nothing shared</a:t>
            </a:r>
          </a:p>
        </p:txBody>
      </p:sp>
      <p:sp>
        <p:nvSpPr>
          <p:cNvPr id="202" name="Card203"/>
          <p:cNvSpPr/>
          <p:nvPr/>
        </p:nvSpPr>
        <p:spPr>
          <a:xfrm>
            <a:off x="6184900" y="2413000"/>
            <a:ext cx="5156200" cy="1524000"/>
          </a:xfrm>
          <a:prstGeom prst="roundRect">
            <a:avLst>
              <a:gd name="adj" fmla="val 6000"/>
            </a:avLst>
          </a:prstGeom>
          <a:solidFill>
            <a:srgbClr val="F1F5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203" name="T204"/>
          <p:cNvSpPr txBox="1"/>
          <p:nvPr/>
        </p:nvSpPr>
        <p:spPr>
          <a:xfrm>
            <a:off x="6438900" y="2641600"/>
            <a:ext cx="4648200" cy="11430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lang="en-US" sz="1700" b="1" dirty="0">
                <a:solidFill>
                  <a:srgbClr val="093B5F"/>
                </a:solidFill>
                <a:latin typeface="Segoe UI"/>
              </a:rPr>
              <a:t>R</a:t>
            </a:r>
            <a:r>
              <a:rPr lang="en-US" sz="1700" b="1" i="0" dirty="0">
                <a:solidFill>
                  <a:srgbClr val="093B5F"/>
                </a:solidFill>
                <a:latin typeface="Segoe UI"/>
              </a:rPr>
              <a:t>edelivery </a:t>
            </a:r>
            <a:r>
              <a:rPr lang="en-US" sz="1700" b="1" dirty="0">
                <a:solidFill>
                  <a:srgbClr val="093B5F"/>
                </a:solidFill>
                <a:latin typeface="Segoe UI"/>
              </a:rPr>
              <a:t>&amp; </a:t>
            </a:r>
            <a:r>
              <a:rPr lang="en-US" sz="1700" b="1" i="0" dirty="0">
                <a:solidFill>
                  <a:srgbClr val="093B5F"/>
                </a:solidFill>
                <a:latin typeface="Segoe UI"/>
              </a:rPr>
              <a:t>D</a:t>
            </a:r>
            <a:r>
              <a:rPr lang="en-US" sz="1700" b="1" dirty="0">
                <a:solidFill>
                  <a:srgbClr val="093B5F"/>
                </a:solidFill>
                <a:latin typeface="Segoe UI"/>
              </a:rPr>
              <a:t>ead </a:t>
            </a:r>
            <a:r>
              <a:rPr lang="en-US" sz="1700" b="1">
                <a:solidFill>
                  <a:srgbClr val="093B5F"/>
                </a:solidFill>
                <a:latin typeface="Segoe UI"/>
              </a:rPr>
              <a:t>Message controls</a:t>
            </a:r>
            <a:endParaRPr lang="en-US" sz="1700" b="1" i="0" dirty="0">
              <a:solidFill>
                <a:srgbClr val="093B5F"/>
              </a:solidFill>
              <a:latin typeface="Segoe UI"/>
            </a:endParaRPr>
          </a:p>
          <a:p>
            <a:pPr algn="l">
              <a:spcAft>
                <a:spcPts val="0"/>
              </a:spcAft>
            </a:pPr>
            <a:r>
              <a:rPr lang="en-US" sz="1400" b="0" i="0" dirty="0">
                <a:solidFill>
                  <a:srgbClr val="4C5F70"/>
                </a:solidFill>
                <a:latin typeface="Segoe UI"/>
              </a:rPr>
              <a:t>A malformed message steps aside instead of blocking the other 109 that day</a:t>
            </a:r>
          </a:p>
        </p:txBody>
      </p:sp>
      <p:sp>
        <p:nvSpPr>
          <p:cNvPr id="204" name="Card205"/>
          <p:cNvSpPr/>
          <p:nvPr/>
        </p:nvSpPr>
        <p:spPr>
          <a:xfrm>
            <a:off x="825500" y="4064000"/>
            <a:ext cx="5156200" cy="1524000"/>
          </a:xfrm>
          <a:prstGeom prst="roundRect">
            <a:avLst>
              <a:gd name="adj" fmla="val 6000"/>
            </a:avLst>
          </a:prstGeom>
          <a:solidFill>
            <a:srgbClr val="F1F5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205" name="T206"/>
          <p:cNvSpPr txBox="1"/>
          <p:nvPr/>
        </p:nvSpPr>
        <p:spPr>
          <a:xfrm>
            <a:off x="1079500" y="4292600"/>
            <a:ext cx="4648200" cy="11430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lang="en-US" sz="1700" b="1" i="0" dirty="0">
                <a:solidFill>
                  <a:srgbClr val="093B5F"/>
                </a:solidFill>
                <a:latin typeface="Segoe UI"/>
              </a:rPr>
              <a:t>Replay for onboarding and forensics</a:t>
            </a:r>
          </a:p>
          <a:p>
            <a:pPr algn="l">
              <a:spcAft>
                <a:spcPts val="0"/>
              </a:spcAft>
            </a:pPr>
            <a:r>
              <a:rPr lang="en-US" sz="1400" b="0" i="0" dirty="0">
                <a:solidFill>
                  <a:srgbClr val="4C5F70"/>
                </a:solidFill>
                <a:latin typeface="Segoe UI"/>
              </a:rPr>
              <a:t>A new consumer builds its state from the log, not from a database export</a:t>
            </a:r>
          </a:p>
        </p:txBody>
      </p:sp>
      <p:sp>
        <p:nvSpPr>
          <p:cNvPr id="206" name="Card207"/>
          <p:cNvSpPr/>
          <p:nvPr/>
        </p:nvSpPr>
        <p:spPr>
          <a:xfrm>
            <a:off x="6184900" y="4064000"/>
            <a:ext cx="5156200" cy="1524000"/>
          </a:xfrm>
          <a:prstGeom prst="roundRect">
            <a:avLst>
              <a:gd name="adj" fmla="val 6000"/>
            </a:avLst>
          </a:prstGeom>
          <a:solidFill>
            <a:srgbClr val="F1F5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207" name="T208"/>
          <p:cNvSpPr txBox="1"/>
          <p:nvPr/>
        </p:nvSpPr>
        <p:spPr>
          <a:xfrm>
            <a:off x="6438900" y="4292600"/>
            <a:ext cx="4648200" cy="11430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lang="en-US" sz="1700" b="1" i="0" dirty="0">
                <a:solidFill>
                  <a:srgbClr val="093B5F"/>
                </a:solidFill>
                <a:latin typeface="Segoe UI"/>
              </a:rPr>
              <a:t>Versioning to manage migrations</a:t>
            </a:r>
            <a:r>
              <a:rPr lang="en-US" sz="1500" b="1" i="0" dirty="0">
                <a:solidFill>
                  <a:srgbClr val="00785A"/>
                </a:solidFill>
                <a:latin typeface="Segoe UI"/>
              </a:rPr>
              <a:t>  (R6)</a:t>
            </a:r>
          </a:p>
          <a:p>
            <a:r>
              <a:rPr lang="en-US" sz="1400" b="0" i="0" dirty="0">
                <a:solidFill>
                  <a:srgbClr val="4C5F70"/>
                </a:solidFill>
                <a:latin typeface="Segoe UI"/>
              </a:rPr>
              <a:t>Run the batch and the event path in parallel, reconcile, then retire the batch. No cutover</a:t>
            </a:r>
            <a:endParaRPr lang="en-US" sz="1400" dirty="0">
              <a:solidFill>
                <a:srgbClr val="4C5F70"/>
              </a:solidFill>
              <a:latin typeface="Segoe UI"/>
            </a:endParaRPr>
          </a:p>
          <a:p>
            <a:endParaRPr lang="en-US" sz="800" b="1" dirty="0">
              <a:solidFill>
                <a:srgbClr val="4C5F70"/>
              </a:solidFill>
              <a:latin typeface="Segoe UI"/>
            </a:endParaRPr>
          </a:p>
          <a:p>
            <a:pPr lvl="1"/>
            <a:r>
              <a:rPr lang="en-US" sz="1200" b="1" dirty="0">
                <a:solidFill>
                  <a:schemeClr val="bg1">
                    <a:lumMod val="65000"/>
                  </a:schemeClr>
                </a:solidFill>
              </a:rPr>
              <a:t>Topic &gt;&gt; mc / order / exception / </a:t>
            </a:r>
            <a:r>
              <a:rPr lang="en-US" sz="1200" b="1" dirty="0"/>
              <a:t>v1</a:t>
            </a:r>
            <a:r>
              <a:rPr lang="en-US" sz="1200" b="1" dirty="0">
                <a:solidFill>
                  <a:srgbClr val="4C5F70"/>
                </a:solidFill>
              </a:rPr>
              <a:t> </a:t>
            </a:r>
            <a:r>
              <a:rPr lang="en-US" sz="1200" b="1" dirty="0">
                <a:solidFill>
                  <a:schemeClr val="bg1">
                    <a:lumMod val="65000"/>
                  </a:schemeClr>
                </a:solidFill>
              </a:rPr>
              <a:t>/ …</a:t>
            </a:r>
            <a:endParaRPr lang="en-US" sz="1200" b="0" i="0" dirty="0">
              <a:solidFill>
                <a:schemeClr val="bg1">
                  <a:lumMod val="65000"/>
                </a:schemeClr>
              </a:solidFill>
              <a:latin typeface="Segoe UI"/>
            </a:endParaRPr>
          </a:p>
        </p:txBody>
      </p:sp>
    </p:spTree>
    <p:extLst>
      <p:ext uri="{BB962C8B-B14F-4D97-AF65-F5344CB8AC3E}">
        <p14:creationId xmlns:p14="http://schemas.microsoft.com/office/powerpoint/2010/main" val="248813629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005840" y="2377440"/>
            <a:ext cx="10058400" cy="16619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lang="en-US" sz="1400" b="1" dirty="0">
                <a:solidFill>
                  <a:srgbClr val="00C895"/>
                </a:solidFill>
              </a:rPr>
              <a:t>MERIDIAN COMPONENTS</a:t>
            </a:r>
            <a:endParaRPr sz="1400" b="1" i="0" dirty="0">
              <a:solidFill>
                <a:srgbClr val="00C895"/>
              </a:solidFill>
              <a:latin typeface="Segoe UI"/>
            </a:endParaRPr>
          </a:p>
          <a:p>
            <a:pPr algn="l">
              <a:spcBef>
                <a:spcPts val="0"/>
              </a:spcBef>
              <a:spcAft>
                <a:spcPts val="2400"/>
              </a:spcAft>
            </a:pPr>
            <a:r>
              <a:rPr lang="en-US" sz="4000" b="1" i="0" dirty="0">
                <a:solidFill>
                  <a:srgbClr val="FFFFFF"/>
                </a:solidFill>
                <a:latin typeface="Segoe UI"/>
              </a:rPr>
              <a:t>Demo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lang="en-US" dirty="0">
                <a:solidFill>
                  <a:srgbClr val="AFBAC4"/>
                </a:solidFill>
                <a:latin typeface="Segoe UI"/>
              </a:rPr>
              <a:t>What does the </a:t>
            </a:r>
            <a:r>
              <a:rPr lang="en-US" sz="1800" b="0" i="0" dirty="0">
                <a:solidFill>
                  <a:srgbClr val="AFBAC4"/>
                </a:solidFill>
                <a:latin typeface="Segoe UI"/>
              </a:rPr>
              <a:t>Solution look like conceptually</a:t>
            </a:r>
          </a:p>
        </p:txBody>
      </p:sp>
    </p:spTree>
    <p:extLst>
      <p:ext uri="{BB962C8B-B14F-4D97-AF65-F5344CB8AC3E}">
        <p14:creationId xmlns:p14="http://schemas.microsoft.com/office/powerpoint/2010/main" val="260938376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588" y="128016"/>
            <a:ext cx="12188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000" b="1" i="0" u="none" strike="noStrike" kern="1200" cap="none" spc="0" normalizeH="0" baseline="0" noProof="0" dirty="0">
                <a:ln>
                  <a:noFill/>
                </a:ln>
                <a:solidFill>
                  <a:srgbClr val="CFE9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AI DRIVEN EXCEPTION HANDLING</a:t>
            </a:r>
            <a:endParaRPr kumimoji="0" lang="en-US" sz="3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1"/>
          <p:cNvSpPr/>
          <p:nvPr/>
        </p:nvSpPr>
        <p:spPr>
          <a:xfrm>
            <a:off x="1588" y="566928"/>
            <a:ext cx="12188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6FC4F2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How Agentic Augmentation and Guardrails Shift Human Workloads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312484" y="932688"/>
            <a:ext cx="11676888" cy="2724912"/>
          </a:xfrm>
          <a:prstGeom prst="roundRect">
            <a:avLst>
              <a:gd name="adj" fmla="val 2013"/>
            </a:avLst>
          </a:prstGeom>
          <a:solidFill>
            <a:srgbClr val="0B1D37"/>
          </a:solidFill>
          <a:ln w="15875">
            <a:solidFill>
              <a:srgbClr val="245F92"/>
            </a:solidFill>
            <a:prstDash val="solid"/>
          </a:ln>
          <a:effectLst>
            <a:outerShdw blurRad="152400" dist="50800" dir="16200000" algn="bl" rotWithShape="0">
              <a:srgbClr val="2E86C8">
                <a:alpha val="55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/>
          <p:cNvSpPr/>
          <p:nvPr/>
        </p:nvSpPr>
        <p:spPr>
          <a:xfrm>
            <a:off x="513652" y="1024128"/>
            <a:ext cx="87508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CFE9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LEGACY FLOW  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6FC4F2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(Deterministic + Human Exception Queue)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9191308" y="102412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1" u="none" strike="noStrike" kern="1200" cap="none" spc="0" normalizeH="0" baseline="0" noProof="0" dirty="0">
                <a:ln>
                  <a:noFill/>
                </a:ln>
                <a:solidFill>
                  <a:srgbClr val="8FBBDD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Throughput | Quality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7" name="Image 0" descr="/home/claude/icon_inpu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4508" y="1874520"/>
            <a:ext cx="548640" cy="54864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8748" y="2441448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1" i="0" u="none" strike="noStrike" kern="1200" cap="none" spc="0" normalizeH="0" baseline="0" noProof="0" dirty="0">
                <a:ln>
                  <a:noFill/>
                </a:ln>
                <a:solidFill>
                  <a:srgbClr val="EAF4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INPUT DATA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Shape 6"/>
          <p:cNvSpPr/>
          <p:nvPr/>
        </p:nvSpPr>
        <p:spPr>
          <a:xfrm>
            <a:off x="1327468" y="2258568"/>
            <a:ext cx="329184" cy="237744"/>
          </a:xfrm>
          <a:prstGeom prst="rightArrow">
            <a:avLst/>
          </a:prstGeom>
          <a:solidFill>
            <a:srgbClr val="4FA8E0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Shape 7"/>
          <p:cNvSpPr/>
          <p:nvPr/>
        </p:nvSpPr>
        <p:spPr>
          <a:xfrm>
            <a:off x="1738948" y="1920240"/>
            <a:ext cx="1572768" cy="914400"/>
          </a:xfrm>
          <a:prstGeom prst="roundRect">
            <a:avLst>
              <a:gd name="adj" fmla="val 7000"/>
            </a:avLst>
          </a:prstGeom>
          <a:solidFill>
            <a:srgbClr val="0F2A4E"/>
          </a:solidFill>
          <a:ln w="19050">
            <a:solidFill>
              <a:srgbClr val="5BB9EE"/>
            </a:solidFill>
            <a:prstDash val="solid"/>
          </a:ln>
          <a:effectLst>
            <a:outerShdw blurRad="114300" dist="50800" dir="16200000" algn="bl" rotWithShape="0">
              <a:srgbClr val="2E86C8">
                <a:alpha val="55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1" name="Image 1" descr="/home/claude/icon_cod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57820" y="2148840"/>
            <a:ext cx="457200" cy="45720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2360740" y="1920240"/>
            <a:ext cx="914400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1" i="0" u="none" strike="noStrike" kern="1200" cap="none" spc="0" normalizeH="0" baseline="0" noProof="0" dirty="0">
                <a:ln>
                  <a:noFill/>
                </a:ln>
                <a:solidFill>
                  <a:srgbClr val="EAF4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BUSINESS RULE ENGINE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Shape 9"/>
          <p:cNvSpPr/>
          <p:nvPr/>
        </p:nvSpPr>
        <p:spPr>
          <a:xfrm>
            <a:off x="3348292" y="2258568"/>
            <a:ext cx="2123186" cy="237744"/>
          </a:xfrm>
          <a:prstGeom prst="rightArrow">
            <a:avLst/>
          </a:prstGeom>
          <a:solidFill>
            <a:srgbClr val="4FA8E0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Shape 13"/>
          <p:cNvSpPr/>
          <p:nvPr/>
        </p:nvSpPr>
        <p:spPr>
          <a:xfrm rot="5400000">
            <a:off x="6073204" y="1211580"/>
            <a:ext cx="1207008" cy="2331720"/>
          </a:xfrm>
          <a:prstGeom prst="trapezoid">
            <a:avLst/>
          </a:prstGeom>
          <a:solidFill>
            <a:srgbClr val="0F2A4E">
              <a:alpha val="85000"/>
            </a:srgbClr>
          </a:solidFill>
          <a:ln w="19050">
            <a:solidFill>
              <a:srgbClr val="5BB9EE"/>
            </a:solidFill>
            <a:prstDash val="solid"/>
          </a:ln>
          <a:effectLst>
            <a:outerShdw blurRad="114300" dist="50800" dir="16200000" algn="bl" rotWithShape="0">
              <a:srgbClr val="2E86C8">
                <a:alpha val="55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8" name="Image 2" descr="/home/claude/icon_user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08028" y="2157984"/>
            <a:ext cx="402336" cy="402336"/>
          </a:xfrm>
          <a:prstGeom prst="rect">
            <a:avLst/>
          </a:prstGeom>
        </p:spPr>
      </p:pic>
      <p:pic>
        <p:nvPicPr>
          <p:cNvPr id="19" name="Image 3" descr="/home/claude/icon_warn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72036" y="2523744"/>
            <a:ext cx="256032" cy="256032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6265228" y="1874520"/>
            <a:ext cx="1554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EAF4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HUMAN EXCEPTION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EAF4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QUEUE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Shape 15"/>
          <p:cNvSpPr/>
          <p:nvPr/>
        </p:nvSpPr>
        <p:spPr>
          <a:xfrm>
            <a:off x="7883716" y="2258568"/>
            <a:ext cx="310896" cy="237744"/>
          </a:xfrm>
          <a:prstGeom prst="rightArrow">
            <a:avLst/>
          </a:prstGeom>
          <a:solidFill>
            <a:srgbClr val="4FA8E0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Shape 16"/>
          <p:cNvSpPr/>
          <p:nvPr/>
        </p:nvSpPr>
        <p:spPr>
          <a:xfrm>
            <a:off x="8249476" y="1920240"/>
            <a:ext cx="2377440" cy="914400"/>
          </a:xfrm>
          <a:prstGeom prst="roundRect">
            <a:avLst>
              <a:gd name="adj" fmla="val 7000"/>
            </a:avLst>
          </a:prstGeom>
          <a:solidFill>
            <a:srgbClr val="0F2A4E"/>
          </a:solidFill>
          <a:ln w="19050">
            <a:solidFill>
              <a:srgbClr val="5BB9EE"/>
            </a:solidFill>
            <a:prstDash val="solid"/>
          </a:ln>
          <a:effectLst>
            <a:outerShdw blurRad="114300" dist="50800" dir="16200000" algn="bl" rotWithShape="0">
              <a:srgbClr val="2E86C8">
                <a:alpha val="55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23" name="Image 4" descr="/home/claude/icon_huma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368348" y="2148840"/>
            <a:ext cx="457200" cy="457200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8871268" y="1920240"/>
            <a:ext cx="1719072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EAF4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HUMAN MANUAL PROCESSING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Shape 18"/>
          <p:cNvSpPr/>
          <p:nvPr/>
        </p:nvSpPr>
        <p:spPr>
          <a:xfrm>
            <a:off x="2518352" y="2871216"/>
            <a:ext cx="0" cy="329184"/>
          </a:xfrm>
          <a:prstGeom prst="line">
            <a:avLst/>
          </a:prstGeom>
          <a:noFill/>
          <a:ln w="19050">
            <a:solidFill>
              <a:srgbClr val="4FA8E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Text 21"/>
          <p:cNvSpPr/>
          <p:nvPr/>
        </p:nvSpPr>
        <p:spPr>
          <a:xfrm>
            <a:off x="8798116" y="2926080"/>
            <a:ext cx="1792224" cy="566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Shape 22"/>
          <p:cNvSpPr/>
          <p:nvPr/>
        </p:nvSpPr>
        <p:spPr>
          <a:xfrm>
            <a:off x="257620" y="3730752"/>
            <a:ext cx="11676888" cy="3054096"/>
          </a:xfrm>
          <a:prstGeom prst="roundRect">
            <a:avLst>
              <a:gd name="adj" fmla="val 1796"/>
            </a:avLst>
          </a:prstGeom>
          <a:solidFill>
            <a:srgbClr val="0B1D37"/>
          </a:solidFill>
          <a:ln w="15875">
            <a:solidFill>
              <a:srgbClr val="245F92"/>
            </a:solidFill>
            <a:prstDash val="solid"/>
          </a:ln>
          <a:effectLst>
            <a:outerShdw blurRad="152400" dist="50800" dir="16200000" algn="bl" rotWithShape="0">
              <a:srgbClr val="2E86C8">
                <a:alpha val="55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Text 23"/>
          <p:cNvSpPr/>
          <p:nvPr/>
        </p:nvSpPr>
        <p:spPr>
          <a:xfrm>
            <a:off x="513652" y="3822192"/>
            <a:ext cx="87508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CFE9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AI FLOW  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6FC4F2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( + Agentic Augmentation)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Text 24"/>
          <p:cNvSpPr/>
          <p:nvPr/>
        </p:nvSpPr>
        <p:spPr>
          <a:xfrm>
            <a:off x="7426856" y="3822192"/>
            <a:ext cx="427905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1" u="none" strike="noStrike" kern="1200" cap="none" spc="0" normalizeH="0" baseline="0" noProof="0" dirty="0">
                <a:ln>
                  <a:noFill/>
                </a:ln>
                <a:solidFill>
                  <a:srgbClr val="8FBBDD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Throughput | Quality | Faster Resolution | Lower Cost 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33" name="Image 6" descr="/home/claude/icon_inpu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4508" y="4187952"/>
            <a:ext cx="548640" cy="548640"/>
          </a:xfrm>
          <a:prstGeom prst="rect">
            <a:avLst/>
          </a:prstGeom>
        </p:spPr>
      </p:pic>
      <p:sp>
        <p:nvSpPr>
          <p:cNvPr id="34" name="Text 25"/>
          <p:cNvSpPr/>
          <p:nvPr/>
        </p:nvSpPr>
        <p:spPr>
          <a:xfrm>
            <a:off x="138748" y="4754880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1" i="0" u="none" strike="noStrike" kern="1200" cap="none" spc="0" normalizeH="0" baseline="0" noProof="0" dirty="0">
                <a:ln>
                  <a:noFill/>
                </a:ln>
                <a:solidFill>
                  <a:srgbClr val="EAF4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INPUT DATA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" name="Shape 26"/>
          <p:cNvSpPr/>
          <p:nvPr/>
        </p:nvSpPr>
        <p:spPr>
          <a:xfrm>
            <a:off x="1327468" y="4562856"/>
            <a:ext cx="329184" cy="237744"/>
          </a:xfrm>
          <a:prstGeom prst="rightArrow">
            <a:avLst/>
          </a:prstGeom>
          <a:solidFill>
            <a:srgbClr val="4FA8E0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Shape 27"/>
          <p:cNvSpPr/>
          <p:nvPr/>
        </p:nvSpPr>
        <p:spPr>
          <a:xfrm>
            <a:off x="1738948" y="4224528"/>
            <a:ext cx="1572768" cy="914400"/>
          </a:xfrm>
          <a:prstGeom prst="roundRect">
            <a:avLst>
              <a:gd name="adj" fmla="val 7000"/>
            </a:avLst>
          </a:prstGeom>
          <a:solidFill>
            <a:srgbClr val="0F2A4E"/>
          </a:solidFill>
          <a:ln w="19050">
            <a:solidFill>
              <a:srgbClr val="5BB9EE"/>
            </a:solidFill>
            <a:prstDash val="solid"/>
          </a:ln>
          <a:effectLst>
            <a:outerShdw blurRad="114300" dist="50800" dir="16200000" algn="bl" rotWithShape="0">
              <a:srgbClr val="2E86C8">
                <a:alpha val="55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37" name="Image 7" descr="/home/claude/icon_cod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57820" y="4453128"/>
            <a:ext cx="457200" cy="457200"/>
          </a:xfrm>
          <a:prstGeom prst="rect">
            <a:avLst/>
          </a:prstGeom>
        </p:spPr>
      </p:pic>
      <p:sp>
        <p:nvSpPr>
          <p:cNvPr id="38" name="Text 28"/>
          <p:cNvSpPr/>
          <p:nvPr/>
        </p:nvSpPr>
        <p:spPr>
          <a:xfrm>
            <a:off x="2360740" y="4224528"/>
            <a:ext cx="914400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1" i="0" u="none" strike="noStrike" kern="1200" cap="none" spc="0" normalizeH="0" baseline="0" noProof="0" dirty="0">
                <a:ln>
                  <a:noFill/>
                </a:ln>
                <a:solidFill>
                  <a:srgbClr val="EAF4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BUSINESS RULE ENGINE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" name="Shape 29"/>
          <p:cNvSpPr/>
          <p:nvPr/>
        </p:nvSpPr>
        <p:spPr>
          <a:xfrm>
            <a:off x="3348292" y="4562856"/>
            <a:ext cx="1101852" cy="237744"/>
          </a:xfrm>
          <a:prstGeom prst="rightArrow">
            <a:avLst/>
          </a:prstGeom>
          <a:solidFill>
            <a:srgbClr val="FFC000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0" name="Shape 30"/>
          <p:cNvSpPr/>
          <p:nvPr/>
        </p:nvSpPr>
        <p:spPr>
          <a:xfrm>
            <a:off x="4450144" y="4160520"/>
            <a:ext cx="1737360" cy="1042416"/>
          </a:xfrm>
          <a:prstGeom prst="roundRect">
            <a:avLst>
              <a:gd name="adj" fmla="val 6140"/>
            </a:avLst>
          </a:prstGeom>
          <a:solidFill>
            <a:srgbClr val="0F2A4E"/>
          </a:solidFill>
          <a:ln w="34925">
            <a:solidFill>
              <a:srgbClr val="FFC000"/>
            </a:solidFill>
            <a:prstDash val="solid"/>
          </a:ln>
          <a:effectLst>
            <a:glow rad="152400">
              <a:srgbClr val="FFC000">
                <a:alpha val="60000"/>
              </a:srgbClr>
            </a:glow>
            <a:outerShdw blurRad="114300" dist="50800" dir="16200000" algn="bl" rotWithShape="0">
              <a:srgbClr val="FFC000">
                <a:alpha val="45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41" name="Image 8" descr="/home/claude/icon_shiel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569016" y="4453128"/>
            <a:ext cx="457200" cy="457200"/>
          </a:xfrm>
          <a:prstGeom prst="rect">
            <a:avLst/>
          </a:prstGeom>
        </p:spPr>
      </p:pic>
      <p:sp>
        <p:nvSpPr>
          <p:cNvPr id="42" name="Text 31"/>
          <p:cNvSpPr/>
          <p:nvPr/>
        </p:nvSpPr>
        <p:spPr>
          <a:xfrm>
            <a:off x="5071936" y="4160520"/>
            <a:ext cx="1078992" cy="10424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EAF4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SYSTEM GUARDRAILS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3" name="Shape 32"/>
          <p:cNvSpPr/>
          <p:nvPr/>
        </p:nvSpPr>
        <p:spPr>
          <a:xfrm>
            <a:off x="6827584" y="4224528"/>
            <a:ext cx="4695444" cy="914400"/>
          </a:xfrm>
          <a:prstGeom prst="rightArrow">
            <a:avLst/>
          </a:prstGeom>
          <a:solidFill>
            <a:srgbClr val="10375F">
              <a:alpha val="92000"/>
            </a:srgbClr>
          </a:solidFill>
          <a:ln w="19050">
            <a:solidFill>
              <a:srgbClr val="5BB9EE"/>
            </a:solidFill>
            <a:prstDash val="solid"/>
          </a:ln>
          <a:effectLst>
            <a:outerShdw blurRad="139700" dist="50800" dir="16200000" algn="bl" rotWithShape="0">
              <a:srgbClr val="2E86C8">
                <a:alpha val="55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4" name="Text 33"/>
          <p:cNvSpPr/>
          <p:nvPr/>
        </p:nvSpPr>
        <p:spPr>
          <a:xfrm>
            <a:off x="5808028" y="4224528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CFE9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AUTO-EXECUTED
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6FC4F2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(Example: ~90%)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srgbClr val="6FC4F2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5" name="Shape 34"/>
          <p:cNvSpPr/>
          <p:nvPr/>
        </p:nvSpPr>
        <p:spPr>
          <a:xfrm>
            <a:off x="2970595" y="5401056"/>
            <a:ext cx="1383537" cy="859536"/>
          </a:xfrm>
          <a:prstGeom prst="roundRect">
            <a:avLst>
              <a:gd name="adj" fmla="val 7447"/>
            </a:avLst>
          </a:prstGeom>
          <a:solidFill>
            <a:srgbClr val="0F2A4E"/>
          </a:solidFill>
          <a:ln w="34925">
            <a:solidFill>
              <a:srgbClr val="FFC000"/>
            </a:solidFill>
            <a:prstDash val="solid"/>
          </a:ln>
          <a:effectLst>
            <a:glow rad="152400">
              <a:srgbClr val="FFC000">
                <a:alpha val="60000"/>
              </a:srgbClr>
            </a:glow>
            <a:outerShdw blurRad="114300" dist="50800" dir="16200000" algn="bl" rotWithShape="0">
              <a:srgbClr val="FFC000">
                <a:alpha val="45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7" name="Text 35"/>
          <p:cNvSpPr/>
          <p:nvPr/>
        </p:nvSpPr>
        <p:spPr>
          <a:xfrm>
            <a:off x="3134932" y="6140196"/>
            <a:ext cx="1216152" cy="8595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1" i="0" u="none" strike="noStrike" kern="1200" cap="none" spc="0" normalizeH="0" baseline="0" noProof="0" dirty="0">
                <a:ln>
                  <a:noFill/>
                </a:ln>
                <a:solidFill>
                  <a:srgbClr val="EAF4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EXCEPTION AGENTS </a:t>
            </a:r>
            <a:r>
              <a:rPr kumimoji="0" lang="en-US" sz="1050" b="1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(JUDGEMENT)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6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8" name="Shape 36"/>
          <p:cNvSpPr/>
          <p:nvPr/>
        </p:nvSpPr>
        <p:spPr>
          <a:xfrm>
            <a:off x="3605848" y="4802124"/>
            <a:ext cx="274320" cy="384048"/>
          </a:xfrm>
          <a:prstGeom prst="upArrow">
            <a:avLst/>
          </a:prstGeom>
          <a:solidFill>
            <a:srgbClr val="FFC000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1" name="Shape 39"/>
          <p:cNvSpPr/>
          <p:nvPr/>
        </p:nvSpPr>
        <p:spPr>
          <a:xfrm>
            <a:off x="5471478" y="5202936"/>
            <a:ext cx="0" cy="667512"/>
          </a:xfrm>
          <a:prstGeom prst="line">
            <a:avLst/>
          </a:prstGeom>
          <a:noFill/>
          <a:ln w="25400">
            <a:solidFill>
              <a:srgbClr val="FFC0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2" name="Shape 40"/>
          <p:cNvSpPr/>
          <p:nvPr/>
        </p:nvSpPr>
        <p:spPr>
          <a:xfrm>
            <a:off x="5463350" y="5751576"/>
            <a:ext cx="1624838" cy="237744"/>
          </a:xfrm>
          <a:prstGeom prst="rightArrow">
            <a:avLst/>
          </a:prstGeom>
          <a:solidFill>
            <a:srgbClr val="FFC000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3" name="Text 41"/>
          <p:cNvSpPr/>
          <p:nvPr/>
        </p:nvSpPr>
        <p:spPr>
          <a:xfrm>
            <a:off x="5442268" y="5513832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 dirty="0">
                <a:ln>
                  <a:noFill/>
                </a:ln>
                <a:solidFill>
                  <a:srgbClr val="6FC4F2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Guardrail Failures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4" name="Text 42"/>
          <p:cNvSpPr/>
          <p:nvPr/>
        </p:nvSpPr>
        <p:spPr>
          <a:xfrm>
            <a:off x="4678744" y="6115812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 dirty="0">
                <a:ln>
                  <a:noFill/>
                </a:ln>
                <a:solidFill>
                  <a:srgbClr val="8FBBDD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Complex Exceptions (w/ Research)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5" name="Shape 43"/>
          <p:cNvSpPr/>
          <p:nvPr/>
        </p:nvSpPr>
        <p:spPr>
          <a:xfrm rot="5400000">
            <a:off x="7764844" y="4983480"/>
            <a:ext cx="1024128" cy="2011680"/>
          </a:xfrm>
          <a:prstGeom prst="trapezoid">
            <a:avLst/>
          </a:prstGeom>
          <a:solidFill>
            <a:srgbClr val="0F2A4E">
              <a:alpha val="85000"/>
            </a:srgbClr>
          </a:solidFill>
          <a:ln w="19050">
            <a:solidFill>
              <a:srgbClr val="5BB9EE"/>
            </a:solidFill>
            <a:prstDash val="solid"/>
          </a:ln>
          <a:effectLst>
            <a:outerShdw blurRad="114300" dist="50800" dir="16200000" algn="bl" rotWithShape="0">
              <a:srgbClr val="2E86C8">
                <a:alpha val="55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56" name="Image 10" descr="/home/claude/icon_user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99668" y="5806440"/>
            <a:ext cx="365760" cy="365760"/>
          </a:xfrm>
          <a:prstGeom prst="rect">
            <a:avLst/>
          </a:prstGeom>
        </p:spPr>
      </p:pic>
      <p:sp>
        <p:nvSpPr>
          <p:cNvPr id="57" name="Text 44"/>
          <p:cNvSpPr/>
          <p:nvPr/>
        </p:nvSpPr>
        <p:spPr>
          <a:xfrm>
            <a:off x="7883716" y="5532120"/>
            <a:ext cx="1417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 dirty="0">
                <a:ln>
                  <a:noFill/>
                </a:ln>
                <a:solidFill>
                  <a:srgbClr val="EAF4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HUMAN EXCEPTION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 dirty="0">
                <a:ln>
                  <a:noFill/>
                </a:ln>
                <a:solidFill>
                  <a:srgbClr val="EAF4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QUEUE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8" name="Shape 45"/>
          <p:cNvSpPr/>
          <p:nvPr/>
        </p:nvSpPr>
        <p:spPr>
          <a:xfrm>
            <a:off x="9282748" y="5870448"/>
            <a:ext cx="292608" cy="237744"/>
          </a:xfrm>
          <a:prstGeom prst="rightArrow">
            <a:avLst/>
          </a:prstGeom>
          <a:solidFill>
            <a:srgbClr val="4FA8E0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9" name="Shape 46"/>
          <p:cNvSpPr/>
          <p:nvPr/>
        </p:nvSpPr>
        <p:spPr>
          <a:xfrm>
            <a:off x="9602788" y="5559552"/>
            <a:ext cx="2194560" cy="859536"/>
          </a:xfrm>
          <a:prstGeom prst="roundRect">
            <a:avLst>
              <a:gd name="adj" fmla="val 7447"/>
            </a:avLst>
          </a:prstGeom>
          <a:solidFill>
            <a:srgbClr val="0F2A4E"/>
          </a:solidFill>
          <a:ln w="19050">
            <a:solidFill>
              <a:srgbClr val="5BB9EE"/>
            </a:solidFill>
            <a:prstDash val="solid"/>
          </a:ln>
          <a:effectLst>
            <a:outerShdw blurRad="114300" dist="50800" dir="16200000" algn="bl" rotWithShape="0">
              <a:srgbClr val="2E86C8">
                <a:alpha val="55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60" name="Image 11" descr="/home/claude/icon_strat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721660" y="5760720"/>
            <a:ext cx="457200" cy="457200"/>
          </a:xfrm>
          <a:prstGeom prst="rect">
            <a:avLst/>
          </a:prstGeom>
        </p:spPr>
      </p:pic>
      <p:sp>
        <p:nvSpPr>
          <p:cNvPr id="61" name="Text 47"/>
          <p:cNvSpPr/>
          <p:nvPr/>
        </p:nvSpPr>
        <p:spPr>
          <a:xfrm>
            <a:off x="10224580" y="5559552"/>
            <a:ext cx="1536192" cy="8595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EAF4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STRATEGIC HUMAN INTERVENTION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5" name="Shape 40">
            <a:extLst>
              <a:ext uri="{FF2B5EF4-FFF2-40B4-BE49-F238E27FC236}">
                <a16:creationId xmlns:a16="http://schemas.microsoft.com/office/drawing/2014/main" id="{243C1199-23D0-E1EC-B322-941E9D18E269}"/>
              </a:ext>
            </a:extLst>
          </p:cNvPr>
          <p:cNvSpPr/>
          <p:nvPr/>
        </p:nvSpPr>
        <p:spPr>
          <a:xfrm>
            <a:off x="4488244" y="6022848"/>
            <a:ext cx="2593086" cy="237744"/>
          </a:xfrm>
          <a:prstGeom prst="rightArrow">
            <a:avLst/>
          </a:prstGeom>
          <a:solidFill>
            <a:srgbClr val="FFC000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7" name="Shape 39">
            <a:extLst>
              <a:ext uri="{FF2B5EF4-FFF2-40B4-BE49-F238E27FC236}">
                <a16:creationId xmlns:a16="http://schemas.microsoft.com/office/drawing/2014/main" id="{65B486F1-4376-A708-8110-13F051DF9B1A}"/>
              </a:ext>
            </a:extLst>
          </p:cNvPr>
          <p:cNvSpPr/>
          <p:nvPr/>
        </p:nvSpPr>
        <p:spPr>
          <a:xfrm>
            <a:off x="2303717" y="5190744"/>
            <a:ext cx="0" cy="667512"/>
          </a:xfrm>
          <a:prstGeom prst="line">
            <a:avLst/>
          </a:prstGeom>
          <a:noFill/>
          <a:ln w="25400">
            <a:solidFill>
              <a:srgbClr val="FFC0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9" name="Shape 40">
            <a:extLst>
              <a:ext uri="{FF2B5EF4-FFF2-40B4-BE49-F238E27FC236}">
                <a16:creationId xmlns:a16="http://schemas.microsoft.com/office/drawing/2014/main" id="{941D0095-2D6A-C8F5-6DFB-F38AE841A191}"/>
              </a:ext>
            </a:extLst>
          </p:cNvPr>
          <p:cNvSpPr/>
          <p:nvPr/>
        </p:nvSpPr>
        <p:spPr>
          <a:xfrm>
            <a:off x="2292670" y="5687568"/>
            <a:ext cx="641350" cy="237744"/>
          </a:xfrm>
          <a:prstGeom prst="rightArrow">
            <a:avLst/>
          </a:prstGeom>
          <a:solidFill>
            <a:srgbClr val="FFC000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Shape 32">
            <a:extLst>
              <a:ext uri="{FF2B5EF4-FFF2-40B4-BE49-F238E27FC236}">
                <a16:creationId xmlns:a16="http://schemas.microsoft.com/office/drawing/2014/main" id="{D706166F-BA69-E7A6-3709-769ED570AC53}"/>
              </a:ext>
            </a:extLst>
          </p:cNvPr>
          <p:cNvSpPr/>
          <p:nvPr/>
        </p:nvSpPr>
        <p:spPr>
          <a:xfrm>
            <a:off x="2518707" y="3045350"/>
            <a:ext cx="9004321" cy="536050"/>
          </a:xfrm>
          <a:prstGeom prst="rightArrow">
            <a:avLst/>
          </a:prstGeom>
          <a:solidFill>
            <a:srgbClr val="10375F">
              <a:alpha val="92000"/>
            </a:srgbClr>
          </a:solidFill>
          <a:ln w="19050">
            <a:solidFill>
              <a:srgbClr val="5BB9EE"/>
            </a:solidFill>
            <a:prstDash val="solid"/>
          </a:ln>
          <a:effectLst>
            <a:outerShdw blurRad="139700" dist="50800" dir="16200000" algn="bl" rotWithShape="0">
              <a:srgbClr val="2E86C8">
                <a:alpha val="55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6DB04D2-3C74-E019-B32E-FBE632350A12}"/>
              </a:ext>
            </a:extLst>
          </p:cNvPr>
          <p:cNvSpPr txBox="1"/>
          <p:nvPr/>
        </p:nvSpPr>
        <p:spPr>
          <a:xfrm>
            <a:off x="6581157" y="3200400"/>
            <a:ext cx="2120347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EAF4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AUTO-EXECUTED  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6FC4F2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(Example: ~50%)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6FC4F2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Shape 18">
            <a:extLst>
              <a:ext uri="{FF2B5EF4-FFF2-40B4-BE49-F238E27FC236}">
                <a16:creationId xmlns:a16="http://schemas.microsoft.com/office/drawing/2014/main" id="{B070FF0D-59FB-DB52-A761-C7CC12BB6096}"/>
              </a:ext>
            </a:extLst>
          </p:cNvPr>
          <p:cNvSpPr/>
          <p:nvPr/>
        </p:nvSpPr>
        <p:spPr>
          <a:xfrm rot="5400000">
            <a:off x="6507544" y="4133088"/>
            <a:ext cx="0" cy="640080"/>
          </a:xfrm>
          <a:prstGeom prst="line">
            <a:avLst/>
          </a:prstGeom>
          <a:noFill/>
          <a:ln w="19050">
            <a:solidFill>
              <a:srgbClr val="4FA8E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49" name="Image 9" descr="/home/claude/icon_brain.png">
            <a:extLst>
              <a:ext uri="{FF2B5EF4-FFF2-40B4-BE49-F238E27FC236}">
                <a16:creationId xmlns:a16="http://schemas.microsoft.com/office/drawing/2014/main" id="{38CD5D56-51CC-3D54-0B7A-E56DA29C0293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076661" y="5514340"/>
            <a:ext cx="300471" cy="329184"/>
          </a:xfrm>
          <a:prstGeom prst="rect">
            <a:avLst/>
          </a:prstGeom>
        </p:spPr>
      </p:pic>
      <p:sp>
        <p:nvSpPr>
          <p:cNvPr id="50" name="TextBox 49">
            <a:extLst>
              <a:ext uri="{FF2B5EF4-FFF2-40B4-BE49-F238E27FC236}">
                <a16:creationId xmlns:a16="http://schemas.microsoft.com/office/drawing/2014/main" id="{0DCA7C0D-D61A-63A1-A946-F26AFCDDCCFA}"/>
              </a:ext>
            </a:extLst>
          </p:cNvPr>
          <p:cNvSpPr txBox="1"/>
          <p:nvPr/>
        </p:nvSpPr>
        <p:spPr>
          <a:xfrm>
            <a:off x="10928668" y="-176201"/>
            <a:ext cx="98475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7200" dirty="0">
                <a:solidFill>
                  <a:srgbClr val="8AD6FF"/>
                </a:solidFill>
              </a:rPr>
              <a:t>∞</a:t>
            </a:r>
          </a:p>
        </p:txBody>
      </p:sp>
      <p:pic>
        <p:nvPicPr>
          <p:cNvPr id="64" name="Image 9" descr="/home/claude/icon_brain.png">
            <a:extLst>
              <a:ext uri="{FF2B5EF4-FFF2-40B4-BE49-F238E27FC236}">
                <a16:creationId xmlns:a16="http://schemas.microsoft.com/office/drawing/2014/main" id="{A4D94555-7BB3-7A47-9A28-0E1D748AB778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509087" y="5701538"/>
            <a:ext cx="300471" cy="329184"/>
          </a:xfrm>
          <a:prstGeom prst="rect">
            <a:avLst/>
          </a:prstGeom>
        </p:spPr>
      </p:pic>
      <p:pic>
        <p:nvPicPr>
          <p:cNvPr id="68" name="Image 9" descr="/home/claude/icon_brain.png">
            <a:extLst>
              <a:ext uri="{FF2B5EF4-FFF2-40B4-BE49-F238E27FC236}">
                <a16:creationId xmlns:a16="http://schemas.microsoft.com/office/drawing/2014/main" id="{AD56B588-4E4E-64C1-4A6D-ADCB3B4E74FF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941513" y="5888736"/>
            <a:ext cx="300471" cy="3291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055515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685800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0785A"/>
                </a:solidFill>
                <a:latin typeface="Segoe UI"/>
              </a:rPr>
              <a:t>AGENT MESH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996696"/>
            <a:ext cx="10515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093B5F"/>
                </a:solidFill>
                <a:latin typeface="Segoe UI"/>
              </a:rPr>
              <a:t>Why the broker, and not point-to-point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709928"/>
            <a:ext cx="10515600" cy="9525"/>
          </a:xfrm>
          <a:prstGeom prst="rect">
            <a:avLst/>
          </a:prstGeom>
          <a:solidFill>
            <a:srgbClr val="D8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822960" y="1856232"/>
            <a:ext cx="566928" cy="274320"/>
          </a:xfrm>
          <a:prstGeom prst="roundRect">
            <a:avLst/>
          </a:prstGeom>
          <a:solidFill>
            <a:srgbClr val="E4F7F0"/>
          </a:solidFill>
          <a:ln w="9525">
            <a:solidFill>
              <a:srgbClr val="007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algn="ctr"/>
            <a:r>
              <a:rPr sz="1100" b="1">
                <a:solidFill>
                  <a:srgbClr val="00785A"/>
                </a:solidFill>
                <a:latin typeface="Segoe UI"/>
              </a:rPr>
              <a:t>R5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30040" y="2269295"/>
            <a:ext cx="7603893" cy="19184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400" b="1" i="0" dirty="0">
                <a:solidFill>
                  <a:srgbClr val="093B5F"/>
                </a:solidFill>
                <a:latin typeface="Segoe UI"/>
              </a:rPr>
              <a:t>Google A2A makes agents interoperable </a:t>
            </a:r>
            <a:endParaRPr lang="en-US" sz="2400" b="1" i="0" dirty="0">
              <a:solidFill>
                <a:srgbClr val="093B5F"/>
              </a:solidFill>
              <a:latin typeface="Segoe UI"/>
            </a:endParaRP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lang="en-US" sz="2000" b="1" i="0" dirty="0">
                <a:solidFill>
                  <a:srgbClr val="093B5F"/>
                </a:solidFill>
                <a:latin typeface="Segoe UI"/>
              </a:rPr>
              <a:t>-</a:t>
            </a:r>
            <a:r>
              <a:rPr sz="2000" b="1" i="0" dirty="0">
                <a:solidFill>
                  <a:srgbClr val="093B5F"/>
                </a:solidFill>
                <a:latin typeface="Segoe UI"/>
              </a:rPr>
              <a:t> </a:t>
            </a:r>
            <a:r>
              <a:rPr sz="2000" b="0" i="0" dirty="0">
                <a:solidFill>
                  <a:srgbClr val="4C5F70"/>
                </a:solidFill>
                <a:latin typeface="Segoe UI"/>
              </a:rPr>
              <a:t>publish a card, discover, call across frameworks.</a:t>
            </a:r>
            <a:endParaRPr lang="en-US" sz="2000" b="0" i="0" dirty="0">
              <a:solidFill>
                <a:srgbClr val="4C5F70"/>
              </a:solidFill>
              <a:latin typeface="Segoe UI"/>
            </a:endParaRPr>
          </a:p>
          <a:p>
            <a:pPr algn="l">
              <a:spcBef>
                <a:spcPts val="0"/>
              </a:spcBef>
              <a:spcAft>
                <a:spcPts val="200"/>
              </a:spcAft>
            </a:pPr>
            <a:endParaRPr sz="2400" b="0" i="0" dirty="0">
              <a:solidFill>
                <a:srgbClr val="4C5F70"/>
              </a:solidFill>
              <a:latin typeface="Segoe UI"/>
            </a:endParaRP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400" b="1" i="0" dirty="0">
                <a:solidFill>
                  <a:srgbClr val="093B5F"/>
                </a:solidFill>
                <a:latin typeface="Segoe UI"/>
              </a:rPr>
              <a:t>Solace makes that traffic reliable and scalable </a:t>
            </a:r>
            <a:endParaRPr lang="en-US" sz="2400" b="1" i="0" dirty="0">
              <a:solidFill>
                <a:srgbClr val="093B5F"/>
              </a:solidFill>
              <a:latin typeface="Segoe UI"/>
            </a:endParaRP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lang="en-US" sz="2000" b="1" i="0" dirty="0">
                <a:solidFill>
                  <a:srgbClr val="093B5F"/>
                </a:solidFill>
                <a:latin typeface="Segoe UI"/>
              </a:rPr>
              <a:t>-</a:t>
            </a:r>
            <a:r>
              <a:rPr sz="2000" b="1" i="0" dirty="0">
                <a:solidFill>
                  <a:srgbClr val="093B5F"/>
                </a:solidFill>
                <a:latin typeface="Segoe UI"/>
              </a:rPr>
              <a:t> </a:t>
            </a:r>
            <a:r>
              <a:rPr sz="2000" b="0" i="0" dirty="0">
                <a:solidFill>
                  <a:srgbClr val="4C5F70"/>
                </a:solidFill>
                <a:latin typeface="Segoe UI"/>
              </a:rPr>
              <a:t>queues, fan-out, guaranteed delivery.</a:t>
            </a:r>
          </a:p>
        </p:txBody>
      </p:sp>
      <p:sp>
        <p:nvSpPr>
          <p:cNvPr id="8" name="Rectangle 7"/>
          <p:cNvSpPr/>
          <p:nvPr/>
        </p:nvSpPr>
        <p:spPr>
          <a:xfrm>
            <a:off x="817879" y="6172200"/>
            <a:ext cx="45719" cy="406238"/>
          </a:xfrm>
          <a:prstGeom prst="rect">
            <a:avLst/>
          </a:prstGeom>
          <a:solidFill>
            <a:srgbClr val="E07B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39800" y="6150341"/>
            <a:ext cx="10241280" cy="5232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 dirty="0">
                <a:solidFill>
                  <a:srgbClr val="093B5F"/>
                </a:solidFill>
                <a:latin typeface="Segoe UI"/>
              </a:rPr>
              <a:t>A2A defines how agents talk; the broker decides whether the conversation survives. Same tools, same thresholds, different transport.</a:t>
            </a:r>
          </a:p>
        </p:txBody>
      </p:sp>
      <p:sp>
        <p:nvSpPr>
          <p:cNvPr id="200" name="Card201"/>
          <p:cNvSpPr/>
          <p:nvPr/>
        </p:nvSpPr>
        <p:spPr>
          <a:xfrm>
            <a:off x="812800" y="4495005"/>
            <a:ext cx="5156200" cy="1287086"/>
          </a:xfrm>
          <a:prstGeom prst="roundRect">
            <a:avLst>
              <a:gd name="adj" fmla="val 6000"/>
            </a:avLst>
          </a:prstGeom>
          <a:solidFill>
            <a:srgbClr val="F1F5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201" name="T202"/>
          <p:cNvSpPr txBox="1"/>
          <p:nvPr/>
        </p:nvSpPr>
        <p:spPr>
          <a:xfrm>
            <a:off x="1066800" y="4647404"/>
            <a:ext cx="4648200" cy="106034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lang="en-US" sz="1600" b="1" i="0" dirty="0">
                <a:solidFill>
                  <a:schemeClr val="bg1">
                    <a:lumMod val="50000"/>
                  </a:schemeClr>
                </a:solidFill>
                <a:latin typeface="Segoe UI"/>
              </a:rPr>
              <a:t>Fan-out: replies route by who asked, on one subscription</a:t>
            </a:r>
          </a:p>
          <a:p>
            <a:pPr algn="l">
              <a:spcAft>
                <a:spcPts val="0"/>
              </a:spcAft>
            </a:pPr>
            <a:r>
              <a:rPr lang="en-US" sz="1200" b="0" i="0" dirty="0">
                <a:solidFill>
                  <a:schemeClr val="bg1">
                    <a:lumMod val="50000"/>
                  </a:schemeClr>
                </a:solidFill>
                <a:latin typeface="Segoe UI"/>
              </a:rPr>
              <a:t>The delegator subscribes once and receives every reply — no connection per callee, no correlation table</a:t>
            </a:r>
          </a:p>
        </p:txBody>
      </p:sp>
      <p:sp>
        <p:nvSpPr>
          <p:cNvPr id="202" name="Card203"/>
          <p:cNvSpPr/>
          <p:nvPr/>
        </p:nvSpPr>
        <p:spPr>
          <a:xfrm>
            <a:off x="6172200" y="4495005"/>
            <a:ext cx="5156200" cy="1287086"/>
          </a:xfrm>
          <a:prstGeom prst="roundRect">
            <a:avLst>
              <a:gd name="adj" fmla="val 6000"/>
            </a:avLst>
          </a:prstGeom>
          <a:solidFill>
            <a:srgbClr val="F1F5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203" name="T204"/>
          <p:cNvSpPr txBox="1"/>
          <p:nvPr/>
        </p:nvSpPr>
        <p:spPr>
          <a:xfrm>
            <a:off x="6426200" y="4647404"/>
            <a:ext cx="4648200" cy="106034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lang="en-US" sz="1600" b="1" i="0" dirty="0">
                <a:solidFill>
                  <a:schemeClr val="bg1">
                    <a:lumMod val="50000"/>
                  </a:schemeClr>
                </a:solidFill>
                <a:latin typeface="Segoe UI"/>
              </a:rPr>
              <a:t>An agent dies mid-workflow: the queue spools, the agent finishes on reconnect</a:t>
            </a:r>
          </a:p>
          <a:p>
            <a:pPr algn="l">
              <a:spcAft>
                <a:spcPts val="0"/>
              </a:spcAft>
            </a:pPr>
            <a:r>
              <a:rPr lang="en-US" sz="1200" b="0" i="0" dirty="0">
                <a:solidFill>
                  <a:schemeClr val="bg1">
                    <a:lumMod val="50000"/>
                  </a:schemeClr>
                </a:solidFill>
                <a:latin typeface="Segoe UI"/>
              </a:rPr>
              <a:t>The synchronous arm loses the request outright — no queue, no retry target, and client retries have nothing to retry against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E676705-2D4C-318E-49C9-5548E3207ADA}"/>
              </a:ext>
            </a:extLst>
          </p:cNvPr>
          <p:cNvSpPr txBox="1"/>
          <p:nvPr/>
        </p:nvSpPr>
        <p:spPr>
          <a:xfrm>
            <a:off x="1464527" y="1806169"/>
            <a:ext cx="6096000" cy="3539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700" i="0" dirty="0">
                <a:solidFill>
                  <a:schemeClr val="bg1">
                    <a:lumMod val="50000"/>
                  </a:schemeClr>
                </a:solidFill>
                <a:latin typeface="Segoe UI"/>
              </a:rPr>
              <a:t>Human escalation is deliberate</a:t>
            </a:r>
            <a:endParaRPr lang="en-US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5E40F59-0269-84C2-8106-7D5906A7E39F}"/>
              </a:ext>
            </a:extLst>
          </p:cNvPr>
          <p:cNvSpPr txBox="1"/>
          <p:nvPr/>
        </p:nvSpPr>
        <p:spPr>
          <a:xfrm>
            <a:off x="4512527" y="2777577"/>
            <a:ext cx="63933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dirty="0"/>
              <a:t>+</a:t>
            </a:r>
          </a:p>
        </p:txBody>
      </p:sp>
    </p:spTree>
    <p:extLst>
      <p:ext uri="{BB962C8B-B14F-4D97-AF65-F5344CB8AC3E}">
        <p14:creationId xmlns:p14="http://schemas.microsoft.com/office/powerpoint/2010/main" val="283759285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005840" y="2651760"/>
            <a:ext cx="10058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4800" b="1" i="0">
                <a:solidFill>
                  <a:srgbClr val="093B5F"/>
                </a:solidFill>
                <a:latin typeface="Segoe UI"/>
              </a:rPr>
              <a:t>Questions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4C5F70"/>
                </a:solidFill>
                <a:latin typeface="Segoe UI"/>
              </a:rPr>
              <a:t>Design decisions, rejected alternatives, and what surprised us</a:t>
            </a:r>
          </a:p>
        </p:txBody>
      </p:sp>
    </p:spTree>
    <p:extLst>
      <p:ext uri="{BB962C8B-B14F-4D97-AF65-F5344CB8AC3E}">
        <p14:creationId xmlns:p14="http://schemas.microsoft.com/office/powerpoint/2010/main" val="173117535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685800"/>
            <a:ext cx="105156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200" b="1" i="0" dirty="0">
                <a:solidFill>
                  <a:srgbClr val="00785A"/>
                </a:solidFill>
                <a:latin typeface="Segoe UI"/>
              </a:rPr>
              <a:t>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996696"/>
            <a:ext cx="105156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3200" b="1" i="0" dirty="0">
                <a:solidFill>
                  <a:srgbClr val="093B5F"/>
                </a:solidFill>
                <a:latin typeface="Segoe UI"/>
              </a:rPr>
              <a:t>FAQ</a:t>
            </a:r>
            <a:endParaRPr sz="3200" b="1" i="0" dirty="0">
              <a:solidFill>
                <a:srgbClr val="093B5F"/>
              </a:solidFill>
              <a:latin typeface="Segoe UI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822960" y="1709928"/>
            <a:ext cx="10515600" cy="9525"/>
          </a:xfrm>
          <a:prstGeom prst="rect">
            <a:avLst/>
          </a:prstGeom>
          <a:solidFill>
            <a:srgbClr val="D8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2960" y="2249424"/>
            <a:ext cx="10515600" cy="26032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700" b="1" i="0">
                <a:solidFill>
                  <a:srgbClr val="093B5F"/>
                </a:solidFill>
                <a:latin typeface="Segoe UI"/>
              </a:rPr>
              <a:t>"Do you get exactly-once?"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C5F70"/>
                </a:solidFill>
                <a:latin typeface="Segoe UI"/>
              </a:rPr>
              <a:t>No. At-least-once with idempotent consumers keyed on (orderId, exceptionId). Nobody gets exactly-once</a:t>
            </a:r>
          </a:p>
          <a:p>
            <a:pPr algn="l">
              <a:spcBef>
                <a:spcPts val="1300"/>
              </a:spcBef>
              <a:spcAft>
                <a:spcPts val="200"/>
              </a:spcAft>
            </a:pPr>
            <a:r>
              <a:rPr sz="1700" b="1" i="0">
                <a:solidFill>
                  <a:srgbClr val="093B5F"/>
                </a:solidFill>
                <a:latin typeface="Segoe UI"/>
              </a:rPr>
              <a:t>"Why is the order id last?"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C5F70"/>
                </a:solidFill>
                <a:latin typeface="Segoe UI"/>
              </a:rPr>
              <a:t>Subscribing and looking up are different operations. Lookup is served by the audit read model, not a subscription</a:t>
            </a:r>
          </a:p>
          <a:p>
            <a:pPr algn="l">
              <a:spcBef>
                <a:spcPts val="1300"/>
              </a:spcBef>
              <a:spcAft>
                <a:spcPts val="200"/>
              </a:spcAft>
            </a:pPr>
            <a:r>
              <a:rPr sz="1700" b="1" i="0">
                <a:solidFill>
                  <a:srgbClr val="093B5F"/>
                </a:solidFill>
                <a:latin typeface="Segoe UI"/>
              </a:rPr>
              <a:t>"Why aren't the queues partitioned?"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C5F70"/>
                </a:solidFill>
                <a:latin typeface="Segoe UI"/>
              </a:rPr>
              <a:t>Replay works only on non-partitioned queues. At scale: partition the service queues, keep audit non-partitioned</a:t>
            </a:r>
          </a:p>
          <a:p>
            <a:pPr algn="l">
              <a:spcBef>
                <a:spcPts val="1300"/>
              </a:spcBef>
              <a:spcAft>
                <a:spcPts val="200"/>
              </a:spcAft>
            </a:pPr>
            <a:r>
              <a:rPr sz="1700" b="1" i="0">
                <a:solidFill>
                  <a:srgbClr val="093B5F"/>
                </a:solidFill>
                <a:latin typeface="Segoe UI"/>
              </a:rPr>
              <a:t>"What surprised you?"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C5F70"/>
                </a:solidFill>
                <a:latin typeface="Segoe UI"/>
              </a:rPr>
              <a:t>Three places where configuration split across components fails silently</a:t>
            </a:r>
          </a:p>
        </p:txBody>
      </p:sp>
    </p:spTree>
    <p:extLst>
      <p:ext uri="{BB962C8B-B14F-4D97-AF65-F5344CB8AC3E}">
        <p14:creationId xmlns:p14="http://schemas.microsoft.com/office/powerpoint/2010/main" val="50114772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685800"/>
            <a:ext cx="105156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200" b="1" i="0" dirty="0">
                <a:solidFill>
                  <a:srgbClr val="00785A"/>
                </a:solidFill>
                <a:latin typeface="Segoe UI"/>
              </a:rPr>
              <a:t>APPENDIX</a:t>
            </a:r>
            <a:endParaRPr sz="1200" b="1" i="0" dirty="0">
              <a:solidFill>
                <a:srgbClr val="00785A"/>
              </a:solidFill>
              <a:latin typeface="Segoe UI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822960" y="996696"/>
            <a:ext cx="10515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093B5F"/>
                </a:solidFill>
                <a:latin typeface="Segoe UI"/>
              </a:rPr>
              <a:t>Three silent failures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709928"/>
            <a:ext cx="10515600" cy="9525"/>
          </a:xfrm>
          <a:prstGeom prst="rect">
            <a:avLst/>
          </a:prstGeom>
          <a:solidFill>
            <a:srgbClr val="D8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2960" y="2249424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700" b="1" i="0">
                <a:solidFill>
                  <a:srgbClr val="093B5F"/>
                </a:solidFill>
                <a:latin typeface="Segoe UI"/>
              </a:rPr>
              <a:t>DMQ eligibility is publisher-side. Redelivery limits are queue-side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C5F70"/>
                </a:solidFill>
                <a:latin typeface="Segoe UI"/>
              </a:rPr>
              <a:t>Set one without the other and exhausted messages are discarded while all config looks correct</a:t>
            </a:r>
          </a:p>
          <a:p>
            <a:pPr algn="l">
              <a:spcBef>
                <a:spcPts val="1500"/>
              </a:spcBef>
              <a:spcAft>
                <a:spcPts val="200"/>
              </a:spcAft>
            </a:pPr>
            <a:r>
              <a:rPr sz="1700" b="1" i="0">
                <a:solidFill>
                  <a:srgbClr val="093B5F"/>
                </a:solidFill>
                <a:latin typeface="Segoe UI"/>
              </a:rPr>
              <a:t>respect-ttl is refused outright on the dead message queue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C5F70"/>
                </a:solidFill>
                <a:latin typeface="Segoe UI"/>
              </a:rPr>
              <a:t>A DMQ is where expired messages land. Honouring TTL there would expire them twice</a:t>
            </a:r>
          </a:p>
          <a:p>
            <a:pPr algn="l">
              <a:spcBef>
                <a:spcPts val="1500"/>
              </a:spcBef>
              <a:spcAft>
                <a:spcPts val="200"/>
              </a:spcAft>
            </a:pPr>
            <a:r>
              <a:rPr sz="1700" b="1" i="0">
                <a:solidFill>
                  <a:srgbClr val="093B5F"/>
                </a:solidFill>
                <a:latin typeface="Segoe UI"/>
              </a:rPr>
              <a:t>A mistyped connection property is dropped, not rejected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C5F70"/>
                </a:solidFill>
                <a:latin typeface="Segoe UI"/>
              </a:rPr>
              <a:t>It surfaces as 'mandatory properties missing', which sends you looking at credentials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5120640"/>
            <a:ext cx="38100" cy="640080"/>
          </a:xfrm>
          <a:prstGeom prst="rect">
            <a:avLst/>
          </a:prstGeom>
          <a:solidFill>
            <a:srgbClr val="007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24128" y="5084064"/>
            <a:ext cx="102412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93B5F"/>
                </a:solidFill>
                <a:latin typeface="Segoe UI"/>
              </a:rPr>
              <a:t>A pattern in the platform, not a list of gotchas. All three found by building it.</a:t>
            </a:r>
          </a:p>
        </p:txBody>
      </p:sp>
      <p:sp>
        <p:nvSpPr>
          <p:cNvPr id="8" name="SolaceWordmark">
            <a:extLst>
              <a:ext uri="{FF2B5EF4-FFF2-40B4-BE49-F238E27FC236}">
                <a16:creationId xmlns:a16="http://schemas.microsoft.com/office/drawing/2014/main" id="{7B9D5DD8-D5E9-47B0-8FB5-2301FF558672}"/>
              </a:ext>
            </a:extLst>
          </p:cNvPr>
          <p:cNvSpPr txBox="1"/>
          <p:nvPr/>
        </p:nvSpPr>
        <p:spPr>
          <a:xfrm>
            <a:off x="10325100" y="5969000"/>
            <a:ext cx="1041400" cy="431800"/>
          </a:xfrm>
          <a:prstGeom prst="rect">
            <a:avLst/>
          </a:prstGeom>
          <a:noFill/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 sz="2400" b="1">
                <a:solidFill>
                  <a:srgbClr val="093B5F"/>
                </a:solidFill>
                <a:latin typeface="Segoe UI"/>
                <a:cs typeface="Segoe UI"/>
              </a:rPr>
              <a:t>solace</a:t>
            </a:r>
          </a:p>
        </p:txBody>
      </p:sp>
      <p:sp>
        <p:nvSpPr>
          <p:cNvPr id="9" name="SolaceAccentBar">
            <a:extLst>
              <a:ext uri="{FF2B5EF4-FFF2-40B4-BE49-F238E27FC236}">
                <a16:creationId xmlns:a16="http://schemas.microsoft.com/office/drawing/2014/main" id="{198B9E09-2A81-47C1-85A7-4501EAB50780}"/>
              </a:ext>
            </a:extLst>
          </p:cNvPr>
          <p:cNvSpPr/>
          <p:nvPr/>
        </p:nvSpPr>
        <p:spPr>
          <a:xfrm>
            <a:off x="10325100" y="5867400"/>
            <a:ext cx="381000" cy="50800"/>
          </a:xfrm>
          <a:prstGeom prst="rect">
            <a:avLst/>
          </a:prstGeom>
          <a:solidFill>
            <a:srgbClr val="00C895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023699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 [1788385205942]">
  <a:themeElements>
    <a:clrScheme name="Office">
      <a:dk1>
        <a:srgbClr val="0E2A3E"/>
      </a:dk1>
      <a:lt1>
        <a:srgbClr val="FFFFFF"/>
      </a:lt1>
      <a:dk2>
        <a:srgbClr val="093B5F"/>
      </a:dk2>
      <a:lt2>
        <a:srgbClr val="F1F5F8"/>
      </a:lt2>
      <a:accent1>
        <a:srgbClr val="00C895"/>
      </a:accent1>
      <a:accent2>
        <a:srgbClr val="093B5F"/>
      </a:accent2>
      <a:accent3>
        <a:srgbClr val="00785A"/>
      </a:accent3>
      <a:accent4>
        <a:srgbClr val="E07B2C"/>
      </a:accent4>
      <a:accent5>
        <a:srgbClr val="D8CFB3"/>
      </a:accent5>
      <a:accent6>
        <a:srgbClr val="4C5F70"/>
      </a:accent6>
      <a:hlink>
        <a:srgbClr val="0000FF"/>
      </a:hlink>
      <a:folHlink>
        <a:srgbClr val="800080"/>
      </a:folHlink>
    </a:clrScheme>
    <a:fontScheme name="Office">
      <a:majorFont>
        <a:latin typeface="Segoe U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Segoe U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525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B33856A1-79B4-459A-BC5A-B08EA17BF162}">
  <we:reference id="wa200010001" version="1.0.0.1" store="en-US" storeType="OMEX"/>
  <we:alternateReferences>
    <we:reference id="WA200010001" version="1.0.0.1" store="" storeType="OMEX"/>
  </we:alternateReferences>
  <we:properties>
    <we:property name="claude.fileId" value="&quot;a887a3fc-ece6-4610-8669-c9b8cb34e690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1506</TotalTime>
  <Words>2110</Words>
  <Application>Microsoft Office PowerPoint</Application>
  <PresentationFormat>Widescreen</PresentationFormat>
  <Paragraphs>228</Paragraphs>
  <Slides>16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16</vt:i4>
      </vt:variant>
    </vt:vector>
  </HeadingPairs>
  <TitlesOfParts>
    <vt:vector size="22" baseType="lpstr">
      <vt:lpstr>Aptos</vt:lpstr>
      <vt:lpstr>Arial</vt:lpstr>
      <vt:lpstr>Calibri</vt:lpstr>
      <vt:lpstr>Segoe UI</vt:lpstr>
      <vt:lpstr>Office Theme [1788385205942]</vt:lpstr>
      <vt:lpstr>1_Office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tony august</cp:lastModifiedBy>
  <cp:revision>7</cp:revision>
  <cp:lastPrinted>2026-09-02T21:51:15Z</cp:lastPrinted>
  <dcterms:created xsi:type="dcterms:W3CDTF">2013-01-27T09:14:16Z</dcterms:created>
  <dcterms:modified xsi:type="dcterms:W3CDTF">2026-09-04T06:42:32Z</dcterms:modified>
  <cp:category/>
</cp:coreProperties>
</file>